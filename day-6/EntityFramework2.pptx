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30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80"/>
  </p:notesMasterIdLst>
  <p:handoutMasterIdLst>
    <p:handoutMasterId r:id="rId81"/>
  </p:handoutMasterIdLst>
  <p:sldIdLst>
    <p:sldId id="468" r:id="rId5"/>
    <p:sldId id="303" r:id="rId6"/>
    <p:sldId id="473" r:id="rId7"/>
    <p:sldId id="470" r:id="rId8"/>
    <p:sldId id="474" r:id="rId9"/>
    <p:sldId id="475" r:id="rId10"/>
    <p:sldId id="467" r:id="rId11"/>
    <p:sldId id="476" r:id="rId12"/>
    <p:sldId id="477" r:id="rId13"/>
    <p:sldId id="478" r:id="rId14"/>
    <p:sldId id="479" r:id="rId15"/>
    <p:sldId id="480" r:id="rId16"/>
    <p:sldId id="481" r:id="rId17"/>
    <p:sldId id="482" r:id="rId18"/>
    <p:sldId id="484" r:id="rId19"/>
    <p:sldId id="485" r:id="rId20"/>
    <p:sldId id="486" r:id="rId21"/>
    <p:sldId id="487" r:id="rId22"/>
    <p:sldId id="540" r:id="rId23"/>
    <p:sldId id="541" r:id="rId24"/>
    <p:sldId id="488" r:id="rId25"/>
    <p:sldId id="489" r:id="rId26"/>
    <p:sldId id="490" r:id="rId27"/>
    <p:sldId id="491" r:id="rId28"/>
    <p:sldId id="492" r:id="rId29"/>
    <p:sldId id="493" r:id="rId30"/>
    <p:sldId id="494" r:id="rId31"/>
    <p:sldId id="495" r:id="rId32"/>
    <p:sldId id="496" r:id="rId33"/>
    <p:sldId id="497" r:id="rId34"/>
    <p:sldId id="498" r:id="rId35"/>
    <p:sldId id="499" r:id="rId36"/>
    <p:sldId id="500" r:id="rId37"/>
    <p:sldId id="501" r:id="rId38"/>
    <p:sldId id="502" r:id="rId39"/>
    <p:sldId id="503" r:id="rId40"/>
    <p:sldId id="504" r:id="rId41"/>
    <p:sldId id="505" r:id="rId42"/>
    <p:sldId id="506" r:id="rId43"/>
    <p:sldId id="507" r:id="rId44"/>
    <p:sldId id="508" r:id="rId45"/>
    <p:sldId id="509" r:id="rId46"/>
    <p:sldId id="510" r:id="rId47"/>
    <p:sldId id="511" r:id="rId48"/>
    <p:sldId id="512" r:id="rId49"/>
    <p:sldId id="513" r:id="rId50"/>
    <p:sldId id="514" r:id="rId51"/>
    <p:sldId id="515" r:id="rId52"/>
    <p:sldId id="516" r:id="rId53"/>
    <p:sldId id="517" r:id="rId54"/>
    <p:sldId id="518" r:id="rId55"/>
    <p:sldId id="519" r:id="rId56"/>
    <p:sldId id="520" r:id="rId57"/>
    <p:sldId id="521" r:id="rId58"/>
    <p:sldId id="531" r:id="rId59"/>
    <p:sldId id="532" r:id="rId60"/>
    <p:sldId id="524" r:id="rId61"/>
    <p:sldId id="522" r:id="rId62"/>
    <p:sldId id="523" r:id="rId63"/>
    <p:sldId id="525" r:id="rId64"/>
    <p:sldId id="526" r:id="rId65"/>
    <p:sldId id="527" r:id="rId66"/>
    <p:sldId id="528" r:id="rId67"/>
    <p:sldId id="529" r:id="rId68"/>
    <p:sldId id="533" r:id="rId69"/>
    <p:sldId id="534" r:id="rId70"/>
    <p:sldId id="535" r:id="rId71"/>
    <p:sldId id="536" r:id="rId72"/>
    <p:sldId id="537" r:id="rId73"/>
    <p:sldId id="538" r:id="rId74"/>
    <p:sldId id="539" r:id="rId75"/>
    <p:sldId id="542" r:id="rId76"/>
    <p:sldId id="469" r:id="rId77"/>
    <p:sldId id="298" r:id="rId78"/>
    <p:sldId id="483" r:id="rId79"/>
  </p:sldIdLst>
  <p:sldSz cx="12192000" cy="6858000"/>
  <p:notesSz cx="6858000" cy="9144000"/>
  <p:embeddedFontLst>
    <p:embeddedFont>
      <p:font typeface="Segoe UI" panose="020B0502040204020203" pitchFamily="34" charset="0"/>
      <p:regular r:id="rId82"/>
      <p:bold r:id="rId83"/>
      <p:italic r:id="rId84"/>
      <p:boldItalic r:id="rId85"/>
    </p:embeddedFont>
    <p:embeddedFont>
      <p:font typeface="Source Sans Pro" panose="020B0503030403020204" pitchFamily="34" charset="0"/>
      <p:regular r:id="rId86"/>
      <p:bold r:id="rId87"/>
      <p:italic r:id="rId88"/>
      <p:boldItalic r:id="rId8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83938"/>
    <a:srgbClr val="CF202F"/>
    <a:srgbClr val="989898"/>
    <a:srgbClr val="F2F2F2"/>
    <a:srgbClr val="665757"/>
    <a:srgbClr val="7F7F7F"/>
    <a:srgbClr val="404040"/>
    <a:srgbClr val="595959"/>
    <a:srgbClr val="3F3F3F"/>
    <a:srgbClr val="CD172D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5212" autoAdjust="0"/>
  </p:normalViewPr>
  <p:slideViewPr>
    <p:cSldViewPr snapToGrid="0">
      <p:cViewPr varScale="1">
        <p:scale>
          <a:sx n="105" d="100"/>
          <a:sy n="105" d="100"/>
        </p:scale>
        <p:origin x="822" y="108"/>
      </p:cViewPr>
      <p:guideLst/>
    </p:cSldViewPr>
  </p:slideViewPr>
  <p:outlineViewPr>
    <p:cViewPr>
      <p:scale>
        <a:sx n="33" d="100"/>
        <a:sy n="33" d="100"/>
      </p:scale>
      <p:origin x="0" y="-1086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3126"/>
    </p:cViewPr>
  </p:sorterViewPr>
  <p:notesViewPr>
    <p:cSldViewPr snapToGrid="0">
      <p:cViewPr varScale="1">
        <p:scale>
          <a:sx n="64" d="100"/>
          <a:sy n="64" d="100"/>
        </p:scale>
        <p:origin x="3118" y="19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font" Target="fonts/font3.fntdata"/><Relationship Id="rId89" Type="http://schemas.openxmlformats.org/officeDocument/2006/relationships/font" Target="fonts/font8.fntdata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commentAuthors" Target="commentAuthors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notesMaster" Target="notesMasters/notesMaster1.xml"/><Relationship Id="rId85" Type="http://schemas.openxmlformats.org/officeDocument/2006/relationships/font" Target="fonts/font4.fntdata"/><Relationship Id="rId93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font" Target="fonts/font2.fntdata"/><Relationship Id="rId88" Type="http://schemas.openxmlformats.org/officeDocument/2006/relationships/font" Target="fonts/font7.fntdata"/><Relationship Id="rId9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handoutMaster" Target="handoutMasters/handoutMaster1.xml"/><Relationship Id="rId86" Type="http://schemas.openxmlformats.org/officeDocument/2006/relationships/font" Target="fonts/font5.fntdata"/><Relationship Id="rId9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viewProps" Target="viewProps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font" Target="fonts/font6.fntdata"/><Relationship Id="rId61" Type="http://schemas.openxmlformats.org/officeDocument/2006/relationships/slide" Target="slides/slide57.xml"/><Relationship Id="rId82" Type="http://schemas.openxmlformats.org/officeDocument/2006/relationships/font" Target="fonts/font1.fntdata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image" Target="../media/image15.svg"/></Relationships>
</file>

<file path=ppt/diagrams/_rels/data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image" Target="../media/image18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svg"/><Relationship Id="rId1" Type="http://schemas.openxmlformats.org/officeDocument/2006/relationships/image" Target="../media/image13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image" Target="../media/image15.svg"/></Relationships>
</file>

<file path=ppt/diagrams/_rels/drawing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image" Target="../media/image1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9FE9B3-2813-4664-B513-DF176A2F8DE8}" type="doc">
      <dgm:prSet loTypeId="urn:microsoft.com/office/officeart/2005/8/layout/vList5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67883B9-568D-4F12-99E8-744F18EC1A8C}">
      <dgm:prSet/>
      <dgm:spPr/>
      <dgm:t>
        <a:bodyPr/>
        <a:lstStyle/>
        <a:p>
          <a:r>
            <a:rPr lang="en-US" b="1"/>
            <a:t>VS Code</a:t>
          </a:r>
          <a:endParaRPr lang="en-US"/>
        </a:p>
      </dgm:t>
    </dgm:pt>
    <dgm:pt modelId="{57085A26-1BCA-4137-BDF0-F73F17F74B23}" type="parTrans" cxnId="{15982E82-8E52-457F-836A-37E052714FF7}">
      <dgm:prSet/>
      <dgm:spPr/>
      <dgm:t>
        <a:bodyPr/>
        <a:lstStyle/>
        <a:p>
          <a:endParaRPr lang="en-US"/>
        </a:p>
      </dgm:t>
    </dgm:pt>
    <dgm:pt modelId="{8C720C96-7E93-45C1-8106-E76A758953CA}" type="sibTrans" cxnId="{15982E82-8E52-457F-836A-37E052714FF7}">
      <dgm:prSet/>
      <dgm:spPr/>
      <dgm:t>
        <a:bodyPr/>
        <a:lstStyle/>
        <a:p>
          <a:endParaRPr lang="en-US"/>
        </a:p>
      </dgm:t>
    </dgm:pt>
    <dgm:pt modelId="{1F045F82-FEA6-41B7-9BD8-6AD0318FA41C}">
      <dgm:prSet/>
      <dgm:spPr/>
      <dgm:t>
        <a:bodyPr/>
        <a:lstStyle/>
        <a:p>
          <a:r>
            <a:rPr lang="en-US"/>
            <a:t>Code Editor</a:t>
          </a:r>
        </a:p>
      </dgm:t>
    </dgm:pt>
    <dgm:pt modelId="{602998F7-AE92-4567-8D1D-B8D8F5E03B7A}" type="parTrans" cxnId="{FE3CB38A-9020-4A37-8576-8BDC07E17BC1}">
      <dgm:prSet/>
      <dgm:spPr/>
      <dgm:t>
        <a:bodyPr/>
        <a:lstStyle/>
        <a:p>
          <a:endParaRPr lang="en-US"/>
        </a:p>
      </dgm:t>
    </dgm:pt>
    <dgm:pt modelId="{705B18E0-40E5-4761-88A2-6F6FDDBDEB80}" type="sibTrans" cxnId="{FE3CB38A-9020-4A37-8576-8BDC07E17BC1}">
      <dgm:prSet/>
      <dgm:spPr/>
      <dgm:t>
        <a:bodyPr/>
        <a:lstStyle/>
        <a:p>
          <a:endParaRPr lang="en-US"/>
        </a:p>
      </dgm:t>
    </dgm:pt>
    <dgm:pt modelId="{C33D56EA-4BA0-444F-AC05-0394FC6F6DA0}">
      <dgm:prSet/>
      <dgm:spPr/>
      <dgm:t>
        <a:bodyPr/>
        <a:lstStyle/>
        <a:p>
          <a:r>
            <a:rPr lang="en-US"/>
            <a:t>Where we write our C# code.</a:t>
          </a:r>
        </a:p>
      </dgm:t>
    </dgm:pt>
    <dgm:pt modelId="{0030E59A-4678-402C-B406-55A5950B2844}" type="parTrans" cxnId="{3D5F4531-5BF2-4B4D-8C45-BB844EB94035}">
      <dgm:prSet/>
      <dgm:spPr/>
      <dgm:t>
        <a:bodyPr/>
        <a:lstStyle/>
        <a:p>
          <a:endParaRPr lang="en-US"/>
        </a:p>
      </dgm:t>
    </dgm:pt>
    <dgm:pt modelId="{0E4DD316-36F4-4FCF-8324-5F798066B1D0}" type="sibTrans" cxnId="{3D5F4531-5BF2-4B4D-8C45-BB844EB94035}">
      <dgm:prSet/>
      <dgm:spPr/>
      <dgm:t>
        <a:bodyPr/>
        <a:lstStyle/>
        <a:p>
          <a:endParaRPr lang="en-US"/>
        </a:p>
      </dgm:t>
    </dgm:pt>
    <dgm:pt modelId="{CD3F1735-DD01-4C5D-B396-B42D46E76D23}">
      <dgm:prSet/>
      <dgm:spPr/>
      <dgm:t>
        <a:bodyPr/>
        <a:lstStyle/>
        <a:p>
          <a:r>
            <a:rPr lang="en-US"/>
            <a:t>.</a:t>
          </a:r>
          <a:r>
            <a:rPr lang="en-US" b="1"/>
            <a:t>NET SDK</a:t>
          </a:r>
          <a:endParaRPr lang="en-US"/>
        </a:p>
      </dgm:t>
    </dgm:pt>
    <dgm:pt modelId="{6AA30711-FDCC-453D-8BF1-948C48236CC8}" type="parTrans" cxnId="{D3099208-6192-4F1F-99D1-A469D1CC50B0}">
      <dgm:prSet/>
      <dgm:spPr/>
      <dgm:t>
        <a:bodyPr/>
        <a:lstStyle/>
        <a:p>
          <a:endParaRPr lang="en-US"/>
        </a:p>
      </dgm:t>
    </dgm:pt>
    <dgm:pt modelId="{5C40B629-19D1-4898-B383-F711C64068EF}" type="sibTrans" cxnId="{D3099208-6192-4F1F-99D1-A469D1CC50B0}">
      <dgm:prSet/>
      <dgm:spPr/>
      <dgm:t>
        <a:bodyPr/>
        <a:lstStyle/>
        <a:p>
          <a:endParaRPr lang="en-US"/>
        </a:p>
      </dgm:t>
    </dgm:pt>
    <dgm:pt modelId="{9BB841FB-8308-480C-9DE8-5B84DFDBEFE9}">
      <dgm:prSet/>
      <dgm:spPr/>
      <dgm:t>
        <a:bodyPr/>
        <a:lstStyle/>
        <a:p>
          <a:r>
            <a:rPr lang="en-US" dirty="0"/>
            <a:t>Code Compiler</a:t>
          </a:r>
        </a:p>
      </dgm:t>
    </dgm:pt>
    <dgm:pt modelId="{239F691B-70B4-44DE-9282-6F6E680E2B21}" type="parTrans" cxnId="{D3B3F9EA-D7D4-4F8B-9B35-AA9558450FAB}">
      <dgm:prSet/>
      <dgm:spPr/>
      <dgm:t>
        <a:bodyPr/>
        <a:lstStyle/>
        <a:p>
          <a:endParaRPr lang="en-US"/>
        </a:p>
      </dgm:t>
    </dgm:pt>
    <dgm:pt modelId="{045D8F76-0E69-47FD-9DFA-A4E91CE40281}" type="sibTrans" cxnId="{D3B3F9EA-D7D4-4F8B-9B35-AA9558450FAB}">
      <dgm:prSet/>
      <dgm:spPr/>
      <dgm:t>
        <a:bodyPr/>
        <a:lstStyle/>
        <a:p>
          <a:endParaRPr lang="en-US"/>
        </a:p>
      </dgm:t>
    </dgm:pt>
    <dgm:pt modelId="{4E189BE5-0EDC-4539-90B2-9B2729624807}">
      <dgm:prSet/>
      <dgm:spPr/>
      <dgm:t>
        <a:bodyPr/>
        <a:lstStyle/>
        <a:p>
          <a:r>
            <a:rPr lang="en-US"/>
            <a:t>Allows to create and execute C# applications.</a:t>
          </a:r>
        </a:p>
      </dgm:t>
    </dgm:pt>
    <dgm:pt modelId="{44ACEF46-27D3-4AC1-AC95-3B9CFB606D38}" type="parTrans" cxnId="{AA608BF0-1390-46B2-973B-F220D79593F3}">
      <dgm:prSet/>
      <dgm:spPr/>
      <dgm:t>
        <a:bodyPr/>
        <a:lstStyle/>
        <a:p>
          <a:endParaRPr lang="en-US"/>
        </a:p>
      </dgm:t>
    </dgm:pt>
    <dgm:pt modelId="{779E09CE-1928-454F-AEC6-2A33868A5F33}" type="sibTrans" cxnId="{AA608BF0-1390-46B2-973B-F220D79593F3}">
      <dgm:prSet/>
      <dgm:spPr/>
      <dgm:t>
        <a:bodyPr/>
        <a:lstStyle/>
        <a:p>
          <a:endParaRPr lang="en-US"/>
        </a:p>
      </dgm:t>
    </dgm:pt>
    <dgm:pt modelId="{0EEFA27E-2B5F-465F-9FFF-BFA6741D577D}">
      <dgm:prSet/>
      <dgm:spPr/>
      <dgm:t>
        <a:bodyPr/>
        <a:lstStyle/>
        <a:p>
          <a:r>
            <a:rPr lang="en-US"/>
            <a:t>Try:</a:t>
          </a:r>
        </a:p>
      </dgm:t>
    </dgm:pt>
    <dgm:pt modelId="{978DFB76-A982-48AC-AB63-2007CB811461}" type="parTrans" cxnId="{16D800BF-CA3E-40E1-A1FA-737298313CD8}">
      <dgm:prSet/>
      <dgm:spPr/>
      <dgm:t>
        <a:bodyPr/>
        <a:lstStyle/>
        <a:p>
          <a:endParaRPr lang="en-US"/>
        </a:p>
      </dgm:t>
    </dgm:pt>
    <dgm:pt modelId="{7C83CC5D-3BE5-4075-A424-880F8EBC5EEF}" type="sibTrans" cxnId="{16D800BF-CA3E-40E1-A1FA-737298313CD8}">
      <dgm:prSet/>
      <dgm:spPr/>
      <dgm:t>
        <a:bodyPr/>
        <a:lstStyle/>
        <a:p>
          <a:endParaRPr lang="en-US"/>
        </a:p>
      </dgm:t>
    </dgm:pt>
    <dgm:pt modelId="{B674DFA4-8603-4E44-BCE3-6F5E3EFAD3E4}">
      <dgm:prSet/>
      <dgm:spPr/>
      <dgm:t>
        <a:bodyPr/>
        <a:lstStyle/>
        <a:p>
          <a:r>
            <a:rPr lang="en-US" dirty="0"/>
            <a:t>dotnet –-version</a:t>
          </a:r>
        </a:p>
      </dgm:t>
    </dgm:pt>
    <dgm:pt modelId="{CFC79B12-F5CD-4FBA-97D0-7ED7CFD7B7D5}" type="parTrans" cxnId="{7A792E22-B7AE-4B70-8E6B-10A9B3055B27}">
      <dgm:prSet/>
      <dgm:spPr/>
      <dgm:t>
        <a:bodyPr/>
        <a:lstStyle/>
        <a:p>
          <a:endParaRPr lang="en-US"/>
        </a:p>
      </dgm:t>
    </dgm:pt>
    <dgm:pt modelId="{023A48CF-A469-4E7B-B656-F20869C861FE}" type="sibTrans" cxnId="{7A792E22-B7AE-4B70-8E6B-10A9B3055B27}">
      <dgm:prSet/>
      <dgm:spPr/>
      <dgm:t>
        <a:bodyPr/>
        <a:lstStyle/>
        <a:p>
          <a:endParaRPr lang="en-US"/>
        </a:p>
      </dgm:t>
    </dgm:pt>
    <dgm:pt modelId="{BEBBB3CC-D032-48D6-A95E-F6080E79683C}" type="pres">
      <dgm:prSet presAssocID="{2F9FE9B3-2813-4664-B513-DF176A2F8DE8}" presName="Name0" presStyleCnt="0">
        <dgm:presLayoutVars>
          <dgm:dir/>
          <dgm:animLvl val="lvl"/>
          <dgm:resizeHandles val="exact"/>
        </dgm:presLayoutVars>
      </dgm:prSet>
      <dgm:spPr/>
    </dgm:pt>
    <dgm:pt modelId="{D4CC982D-E82D-44A5-ACAC-851901902A49}" type="pres">
      <dgm:prSet presAssocID="{267883B9-568D-4F12-99E8-744F18EC1A8C}" presName="linNode" presStyleCnt="0"/>
      <dgm:spPr/>
    </dgm:pt>
    <dgm:pt modelId="{698CABC2-8E34-437D-933D-130176586231}" type="pres">
      <dgm:prSet presAssocID="{267883B9-568D-4F12-99E8-744F18EC1A8C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A004D04F-17D8-491F-9431-35793FC42097}" type="pres">
      <dgm:prSet presAssocID="{267883B9-568D-4F12-99E8-744F18EC1A8C}" presName="descendantText" presStyleLbl="alignAccFollowNode1" presStyleIdx="0" presStyleCnt="2">
        <dgm:presLayoutVars>
          <dgm:bulletEnabled val="1"/>
        </dgm:presLayoutVars>
      </dgm:prSet>
      <dgm:spPr/>
    </dgm:pt>
    <dgm:pt modelId="{DCACE73D-F866-4A5F-81FC-6C8B0D0340CE}" type="pres">
      <dgm:prSet presAssocID="{8C720C96-7E93-45C1-8106-E76A758953CA}" presName="sp" presStyleCnt="0"/>
      <dgm:spPr/>
    </dgm:pt>
    <dgm:pt modelId="{10AA1301-AC8D-4052-895C-68EA62EF4DE1}" type="pres">
      <dgm:prSet presAssocID="{CD3F1735-DD01-4C5D-B396-B42D46E76D23}" presName="linNode" presStyleCnt="0"/>
      <dgm:spPr/>
    </dgm:pt>
    <dgm:pt modelId="{2B5B9746-70CA-47E0-A57B-915763E3BB82}" type="pres">
      <dgm:prSet presAssocID="{CD3F1735-DD01-4C5D-B396-B42D46E76D23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1CB188A2-E591-4A27-9C86-163AFDF7C330}" type="pres">
      <dgm:prSet presAssocID="{CD3F1735-DD01-4C5D-B396-B42D46E76D23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0FBCB406-AFA4-448E-9347-1C1B4CF1D443}" type="presOf" srcId="{1F045F82-FEA6-41B7-9BD8-6AD0318FA41C}" destId="{A004D04F-17D8-491F-9431-35793FC42097}" srcOrd="0" destOrd="0" presId="urn:microsoft.com/office/officeart/2005/8/layout/vList5"/>
    <dgm:cxn modelId="{D3099208-6192-4F1F-99D1-A469D1CC50B0}" srcId="{2F9FE9B3-2813-4664-B513-DF176A2F8DE8}" destId="{CD3F1735-DD01-4C5D-B396-B42D46E76D23}" srcOrd="1" destOrd="0" parTransId="{6AA30711-FDCC-453D-8BF1-948C48236CC8}" sibTransId="{5C40B629-19D1-4898-B383-F711C64068EF}"/>
    <dgm:cxn modelId="{FDEA2B15-F8EA-421E-AAC5-9766C72AFCE3}" type="presOf" srcId="{B674DFA4-8603-4E44-BCE3-6F5E3EFAD3E4}" destId="{1CB188A2-E591-4A27-9C86-163AFDF7C330}" srcOrd="0" destOrd="3" presId="urn:microsoft.com/office/officeart/2005/8/layout/vList5"/>
    <dgm:cxn modelId="{99302F17-3475-4F76-B157-93AA0FF19155}" type="presOf" srcId="{267883B9-568D-4F12-99E8-744F18EC1A8C}" destId="{698CABC2-8E34-437D-933D-130176586231}" srcOrd="0" destOrd="0" presId="urn:microsoft.com/office/officeart/2005/8/layout/vList5"/>
    <dgm:cxn modelId="{7A792E22-B7AE-4B70-8E6B-10A9B3055B27}" srcId="{0EEFA27E-2B5F-465F-9FFF-BFA6741D577D}" destId="{B674DFA4-8603-4E44-BCE3-6F5E3EFAD3E4}" srcOrd="0" destOrd="0" parTransId="{CFC79B12-F5CD-4FBA-97D0-7ED7CFD7B7D5}" sibTransId="{023A48CF-A469-4E7B-B656-F20869C861FE}"/>
    <dgm:cxn modelId="{3D5F4531-5BF2-4B4D-8C45-BB844EB94035}" srcId="{267883B9-568D-4F12-99E8-744F18EC1A8C}" destId="{C33D56EA-4BA0-444F-AC05-0394FC6F6DA0}" srcOrd="1" destOrd="0" parTransId="{0030E59A-4678-402C-B406-55A5950B2844}" sibTransId="{0E4DD316-36F4-4FCF-8324-5F798066B1D0}"/>
    <dgm:cxn modelId="{B68CF53A-8B12-4B56-A0FE-B6B07F4F3B12}" type="presOf" srcId="{9BB841FB-8308-480C-9DE8-5B84DFDBEFE9}" destId="{1CB188A2-E591-4A27-9C86-163AFDF7C330}" srcOrd="0" destOrd="0" presId="urn:microsoft.com/office/officeart/2005/8/layout/vList5"/>
    <dgm:cxn modelId="{05DB614A-BA83-4F4E-9F5C-75C0C9D4BEBC}" type="presOf" srcId="{0EEFA27E-2B5F-465F-9FFF-BFA6741D577D}" destId="{1CB188A2-E591-4A27-9C86-163AFDF7C330}" srcOrd="0" destOrd="2" presId="urn:microsoft.com/office/officeart/2005/8/layout/vList5"/>
    <dgm:cxn modelId="{15982E82-8E52-457F-836A-37E052714FF7}" srcId="{2F9FE9B3-2813-4664-B513-DF176A2F8DE8}" destId="{267883B9-568D-4F12-99E8-744F18EC1A8C}" srcOrd="0" destOrd="0" parTransId="{57085A26-1BCA-4137-BDF0-F73F17F74B23}" sibTransId="{8C720C96-7E93-45C1-8106-E76A758953CA}"/>
    <dgm:cxn modelId="{FE3CB38A-9020-4A37-8576-8BDC07E17BC1}" srcId="{267883B9-568D-4F12-99E8-744F18EC1A8C}" destId="{1F045F82-FEA6-41B7-9BD8-6AD0318FA41C}" srcOrd="0" destOrd="0" parTransId="{602998F7-AE92-4567-8D1D-B8D8F5E03B7A}" sibTransId="{705B18E0-40E5-4761-88A2-6F6FDDBDEB80}"/>
    <dgm:cxn modelId="{D3B8E895-15B6-4821-A58D-A5FA009B746C}" type="presOf" srcId="{CD3F1735-DD01-4C5D-B396-B42D46E76D23}" destId="{2B5B9746-70CA-47E0-A57B-915763E3BB82}" srcOrd="0" destOrd="0" presId="urn:microsoft.com/office/officeart/2005/8/layout/vList5"/>
    <dgm:cxn modelId="{6ED5C299-FAAB-466C-9381-A63CA9D0419F}" type="presOf" srcId="{4E189BE5-0EDC-4539-90B2-9B2729624807}" destId="{1CB188A2-E591-4A27-9C86-163AFDF7C330}" srcOrd="0" destOrd="1" presId="urn:microsoft.com/office/officeart/2005/8/layout/vList5"/>
    <dgm:cxn modelId="{67679F9D-C319-4ED8-A98F-93FB161F9970}" type="presOf" srcId="{2F9FE9B3-2813-4664-B513-DF176A2F8DE8}" destId="{BEBBB3CC-D032-48D6-A95E-F6080E79683C}" srcOrd="0" destOrd="0" presId="urn:microsoft.com/office/officeart/2005/8/layout/vList5"/>
    <dgm:cxn modelId="{16D800BF-CA3E-40E1-A1FA-737298313CD8}" srcId="{CD3F1735-DD01-4C5D-B396-B42D46E76D23}" destId="{0EEFA27E-2B5F-465F-9FFF-BFA6741D577D}" srcOrd="2" destOrd="0" parTransId="{978DFB76-A982-48AC-AB63-2007CB811461}" sibTransId="{7C83CC5D-3BE5-4075-A424-880F8EBC5EEF}"/>
    <dgm:cxn modelId="{D3B3F9EA-D7D4-4F8B-9B35-AA9558450FAB}" srcId="{CD3F1735-DD01-4C5D-B396-B42D46E76D23}" destId="{9BB841FB-8308-480C-9DE8-5B84DFDBEFE9}" srcOrd="0" destOrd="0" parTransId="{239F691B-70B4-44DE-9282-6F6E680E2B21}" sibTransId="{045D8F76-0E69-47FD-9DFA-A4E91CE40281}"/>
    <dgm:cxn modelId="{AA608BF0-1390-46B2-973B-F220D79593F3}" srcId="{CD3F1735-DD01-4C5D-B396-B42D46E76D23}" destId="{4E189BE5-0EDC-4539-90B2-9B2729624807}" srcOrd="1" destOrd="0" parTransId="{44ACEF46-27D3-4AC1-AC95-3B9CFB606D38}" sibTransId="{779E09CE-1928-454F-AEC6-2A33868A5F33}"/>
    <dgm:cxn modelId="{0FE243FB-B143-4EC5-B227-3CEBA6F1FE42}" type="presOf" srcId="{C33D56EA-4BA0-444F-AC05-0394FC6F6DA0}" destId="{A004D04F-17D8-491F-9431-35793FC42097}" srcOrd="0" destOrd="1" presId="urn:microsoft.com/office/officeart/2005/8/layout/vList5"/>
    <dgm:cxn modelId="{17EC5E84-0BF7-4752-9F34-DBF2767FABC5}" type="presParOf" srcId="{BEBBB3CC-D032-48D6-A95E-F6080E79683C}" destId="{D4CC982D-E82D-44A5-ACAC-851901902A49}" srcOrd="0" destOrd="0" presId="urn:microsoft.com/office/officeart/2005/8/layout/vList5"/>
    <dgm:cxn modelId="{2B280238-42C0-4058-94F5-62E5E8C67A87}" type="presParOf" srcId="{D4CC982D-E82D-44A5-ACAC-851901902A49}" destId="{698CABC2-8E34-437D-933D-130176586231}" srcOrd="0" destOrd="0" presId="urn:microsoft.com/office/officeart/2005/8/layout/vList5"/>
    <dgm:cxn modelId="{1EF23198-2CF0-4C35-890F-853C235925BE}" type="presParOf" srcId="{D4CC982D-E82D-44A5-ACAC-851901902A49}" destId="{A004D04F-17D8-491F-9431-35793FC42097}" srcOrd="1" destOrd="0" presId="urn:microsoft.com/office/officeart/2005/8/layout/vList5"/>
    <dgm:cxn modelId="{DE5355F2-0E46-46DA-A864-066CF68D3DC1}" type="presParOf" srcId="{BEBBB3CC-D032-48D6-A95E-F6080E79683C}" destId="{DCACE73D-F866-4A5F-81FC-6C8B0D0340CE}" srcOrd="1" destOrd="0" presId="urn:microsoft.com/office/officeart/2005/8/layout/vList5"/>
    <dgm:cxn modelId="{0D39D642-D1E3-4952-AB67-6D22294DF2A4}" type="presParOf" srcId="{BEBBB3CC-D032-48D6-A95E-F6080E79683C}" destId="{10AA1301-AC8D-4052-895C-68EA62EF4DE1}" srcOrd="2" destOrd="0" presId="urn:microsoft.com/office/officeart/2005/8/layout/vList5"/>
    <dgm:cxn modelId="{8CC5A127-3F07-48DD-A025-7DE1F947424F}" type="presParOf" srcId="{10AA1301-AC8D-4052-895C-68EA62EF4DE1}" destId="{2B5B9746-70CA-47E0-A57B-915763E3BB82}" srcOrd="0" destOrd="0" presId="urn:microsoft.com/office/officeart/2005/8/layout/vList5"/>
    <dgm:cxn modelId="{8E67B45A-B0AC-4D39-A534-C8761599B731}" type="presParOf" srcId="{10AA1301-AC8D-4052-895C-68EA62EF4DE1}" destId="{1CB188A2-E591-4A27-9C86-163AFDF7C33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B72CF43-02E1-41F0-BEDE-A0D89CD65642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6A0E811-7D1D-45D3-8BC5-49D88DDF3DCA}">
      <dgm:prSet/>
      <dgm:spPr/>
      <dgm:t>
        <a:bodyPr/>
        <a:lstStyle/>
        <a:p>
          <a:r>
            <a:rPr lang="en-US" b="1"/>
            <a:t>PostgreSQL</a:t>
          </a:r>
          <a:endParaRPr lang="en-US"/>
        </a:p>
      </dgm:t>
    </dgm:pt>
    <dgm:pt modelId="{0EAF5E0B-56C0-4129-9E1E-BF0EF87DFCCF}" type="parTrans" cxnId="{063E81E3-BD4A-42DB-8ED1-D0243871E757}">
      <dgm:prSet/>
      <dgm:spPr/>
      <dgm:t>
        <a:bodyPr/>
        <a:lstStyle/>
        <a:p>
          <a:endParaRPr lang="en-US"/>
        </a:p>
      </dgm:t>
    </dgm:pt>
    <dgm:pt modelId="{040B50D0-5DB3-4B6F-BC6C-C397675D6837}" type="sibTrans" cxnId="{063E81E3-BD4A-42DB-8ED1-D0243871E757}">
      <dgm:prSet/>
      <dgm:spPr/>
      <dgm:t>
        <a:bodyPr/>
        <a:lstStyle/>
        <a:p>
          <a:endParaRPr lang="en-US"/>
        </a:p>
      </dgm:t>
    </dgm:pt>
    <dgm:pt modelId="{9E951D6D-625E-4950-B4D1-64C0585C4DB2}">
      <dgm:prSet/>
      <dgm:spPr/>
      <dgm:t>
        <a:bodyPr/>
        <a:lstStyle/>
        <a:p>
          <a:r>
            <a:rPr lang="en-US"/>
            <a:t>Database system (data storage)</a:t>
          </a:r>
        </a:p>
      </dgm:t>
    </dgm:pt>
    <dgm:pt modelId="{4D2C62A8-80CB-49BD-A972-0867E1CF7B8A}" type="parTrans" cxnId="{5770CAD1-6DA6-48F5-B854-FCC96F481F78}">
      <dgm:prSet/>
      <dgm:spPr/>
      <dgm:t>
        <a:bodyPr/>
        <a:lstStyle/>
        <a:p>
          <a:endParaRPr lang="en-US"/>
        </a:p>
      </dgm:t>
    </dgm:pt>
    <dgm:pt modelId="{27706264-B7EF-43A6-A49E-9D11DA668247}" type="sibTrans" cxnId="{5770CAD1-6DA6-48F5-B854-FCC96F481F78}">
      <dgm:prSet/>
      <dgm:spPr/>
      <dgm:t>
        <a:bodyPr/>
        <a:lstStyle/>
        <a:p>
          <a:endParaRPr lang="en-US"/>
        </a:p>
      </dgm:t>
    </dgm:pt>
    <dgm:pt modelId="{6EB0C315-3527-42B5-8FCA-23CD059795D7}">
      <dgm:prSet/>
      <dgm:spPr/>
      <dgm:t>
        <a:bodyPr/>
        <a:lstStyle/>
        <a:p>
          <a:r>
            <a:rPr lang="en-US"/>
            <a:t>Where data is permanently stored.</a:t>
          </a:r>
        </a:p>
      </dgm:t>
    </dgm:pt>
    <dgm:pt modelId="{432D56C7-E3D1-4CB8-8824-832E16235AF2}" type="parTrans" cxnId="{497F6BBB-6A35-408E-A68B-C3717CE39103}">
      <dgm:prSet/>
      <dgm:spPr/>
      <dgm:t>
        <a:bodyPr/>
        <a:lstStyle/>
        <a:p>
          <a:endParaRPr lang="en-US"/>
        </a:p>
      </dgm:t>
    </dgm:pt>
    <dgm:pt modelId="{EAEA0881-FC5B-4DF5-8F1D-C8CA4595208E}" type="sibTrans" cxnId="{497F6BBB-6A35-408E-A68B-C3717CE39103}">
      <dgm:prSet/>
      <dgm:spPr/>
      <dgm:t>
        <a:bodyPr/>
        <a:lstStyle/>
        <a:p>
          <a:endParaRPr lang="en-US"/>
        </a:p>
      </dgm:t>
    </dgm:pt>
    <dgm:pt modelId="{652C04DA-A4AD-4584-8053-1A50599EB0C1}">
      <dgm:prSet/>
      <dgm:spPr/>
      <dgm:t>
        <a:bodyPr/>
        <a:lstStyle/>
        <a:p>
          <a:r>
            <a:rPr lang="en-US" b="1"/>
            <a:t>pgAdmin</a:t>
          </a:r>
          <a:endParaRPr lang="en-US"/>
        </a:p>
      </dgm:t>
    </dgm:pt>
    <dgm:pt modelId="{61F51D5B-492A-4791-8C54-B252ABBF5CC3}" type="parTrans" cxnId="{42D64DC1-BCD8-4C75-915B-EF88022E6205}">
      <dgm:prSet/>
      <dgm:spPr/>
      <dgm:t>
        <a:bodyPr/>
        <a:lstStyle/>
        <a:p>
          <a:endParaRPr lang="en-US"/>
        </a:p>
      </dgm:t>
    </dgm:pt>
    <dgm:pt modelId="{6F65F733-8CB1-4624-A9D0-78E604E14742}" type="sibTrans" cxnId="{42D64DC1-BCD8-4C75-915B-EF88022E6205}">
      <dgm:prSet/>
      <dgm:spPr/>
      <dgm:t>
        <a:bodyPr/>
        <a:lstStyle/>
        <a:p>
          <a:endParaRPr lang="en-US"/>
        </a:p>
      </dgm:t>
    </dgm:pt>
    <dgm:pt modelId="{6907ECFF-A810-4CC5-9177-F48D4D2FE022}">
      <dgm:prSet/>
      <dgm:spPr/>
      <dgm:t>
        <a:bodyPr/>
        <a:lstStyle/>
        <a:p>
          <a:r>
            <a:rPr lang="en-US"/>
            <a:t>Dashboard or Control Panel of PostgreSQL</a:t>
          </a:r>
        </a:p>
      </dgm:t>
    </dgm:pt>
    <dgm:pt modelId="{78D25334-6B7F-4AB3-BE76-7A555BE72AA8}" type="parTrans" cxnId="{BD69A0FB-F162-4645-ADEC-DAB0A0601440}">
      <dgm:prSet/>
      <dgm:spPr/>
      <dgm:t>
        <a:bodyPr/>
        <a:lstStyle/>
        <a:p>
          <a:endParaRPr lang="en-US"/>
        </a:p>
      </dgm:t>
    </dgm:pt>
    <dgm:pt modelId="{0CEB7F40-2035-4BED-8C54-B0737F839901}" type="sibTrans" cxnId="{BD69A0FB-F162-4645-ADEC-DAB0A0601440}">
      <dgm:prSet/>
      <dgm:spPr/>
      <dgm:t>
        <a:bodyPr/>
        <a:lstStyle/>
        <a:p>
          <a:endParaRPr lang="en-US"/>
        </a:p>
      </dgm:t>
    </dgm:pt>
    <dgm:pt modelId="{9A329902-FA02-4D12-821D-1439BE791693}">
      <dgm:prSet/>
      <dgm:spPr/>
      <dgm:t>
        <a:bodyPr/>
        <a:lstStyle/>
        <a:p>
          <a:r>
            <a:rPr lang="en-US"/>
            <a:t>A tool for managing and ease of configuration for the database system. </a:t>
          </a:r>
        </a:p>
      </dgm:t>
    </dgm:pt>
    <dgm:pt modelId="{19207247-5248-4B56-ACFB-C0825FFFD859}" type="parTrans" cxnId="{BA5CA88E-F39F-43C2-B499-1E9F0BB20CE7}">
      <dgm:prSet/>
      <dgm:spPr/>
      <dgm:t>
        <a:bodyPr/>
        <a:lstStyle/>
        <a:p>
          <a:endParaRPr lang="en-US"/>
        </a:p>
      </dgm:t>
    </dgm:pt>
    <dgm:pt modelId="{E0E39043-3B0C-4C40-B587-227FECC31D8C}" type="sibTrans" cxnId="{BA5CA88E-F39F-43C2-B499-1E9F0BB20CE7}">
      <dgm:prSet/>
      <dgm:spPr/>
      <dgm:t>
        <a:bodyPr/>
        <a:lstStyle/>
        <a:p>
          <a:endParaRPr lang="en-US"/>
        </a:p>
      </dgm:t>
    </dgm:pt>
    <dgm:pt modelId="{B27CE290-EEE8-40AA-A3AA-F3D9DAF1E2E0}" type="pres">
      <dgm:prSet presAssocID="{BB72CF43-02E1-41F0-BEDE-A0D89CD65642}" presName="root" presStyleCnt="0">
        <dgm:presLayoutVars>
          <dgm:dir/>
          <dgm:resizeHandles val="exact"/>
        </dgm:presLayoutVars>
      </dgm:prSet>
      <dgm:spPr/>
    </dgm:pt>
    <dgm:pt modelId="{AC4659D5-A083-427D-A9ED-1E66A0499F23}" type="pres">
      <dgm:prSet presAssocID="{16A0E811-7D1D-45D3-8BC5-49D88DDF3DCA}" presName="compNode" presStyleCnt="0"/>
      <dgm:spPr/>
    </dgm:pt>
    <dgm:pt modelId="{C48AC835-D1D2-42B0-A98D-5F6EFFDDA25E}" type="pres">
      <dgm:prSet presAssocID="{16A0E811-7D1D-45D3-8BC5-49D88DDF3DCA}" presName="bgRect" presStyleLbl="bgShp" presStyleIdx="0" presStyleCnt="2"/>
      <dgm:spPr/>
    </dgm:pt>
    <dgm:pt modelId="{BF9F0E2D-64D4-4993-8CA4-6826E19B819A}" type="pres">
      <dgm:prSet presAssocID="{16A0E811-7D1D-45D3-8BC5-49D88DDF3DCA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0E85F0D-036F-48B2-AD4E-434A3A7C1213}" type="pres">
      <dgm:prSet presAssocID="{16A0E811-7D1D-45D3-8BC5-49D88DDF3DCA}" presName="spaceRect" presStyleCnt="0"/>
      <dgm:spPr/>
    </dgm:pt>
    <dgm:pt modelId="{2151701C-0AF3-41E8-831E-54B3E8FF8B8E}" type="pres">
      <dgm:prSet presAssocID="{16A0E811-7D1D-45D3-8BC5-49D88DDF3DCA}" presName="parTx" presStyleLbl="revTx" presStyleIdx="0" presStyleCnt="4">
        <dgm:presLayoutVars>
          <dgm:chMax val="0"/>
          <dgm:chPref val="0"/>
        </dgm:presLayoutVars>
      </dgm:prSet>
      <dgm:spPr/>
    </dgm:pt>
    <dgm:pt modelId="{CF45FC61-919D-458D-8266-A0347E295BA5}" type="pres">
      <dgm:prSet presAssocID="{16A0E811-7D1D-45D3-8BC5-49D88DDF3DCA}" presName="desTx" presStyleLbl="revTx" presStyleIdx="1" presStyleCnt="4">
        <dgm:presLayoutVars/>
      </dgm:prSet>
      <dgm:spPr/>
    </dgm:pt>
    <dgm:pt modelId="{11AFA674-E174-4D75-9D38-263BAA478125}" type="pres">
      <dgm:prSet presAssocID="{040B50D0-5DB3-4B6F-BC6C-C397675D6837}" presName="sibTrans" presStyleCnt="0"/>
      <dgm:spPr/>
    </dgm:pt>
    <dgm:pt modelId="{A80B20A7-9F41-4526-91A2-724B6C6B187A}" type="pres">
      <dgm:prSet presAssocID="{652C04DA-A4AD-4584-8053-1A50599EB0C1}" presName="compNode" presStyleCnt="0"/>
      <dgm:spPr/>
    </dgm:pt>
    <dgm:pt modelId="{AB96B5B9-82A2-4709-AD35-7AEE844D4056}" type="pres">
      <dgm:prSet presAssocID="{652C04DA-A4AD-4584-8053-1A50599EB0C1}" presName="bgRect" presStyleLbl="bgShp" presStyleIdx="1" presStyleCnt="2"/>
      <dgm:spPr/>
    </dgm:pt>
    <dgm:pt modelId="{65ECB257-3E85-445D-A7FF-42CA786DFE00}" type="pres">
      <dgm:prSet presAssocID="{652C04DA-A4AD-4584-8053-1A50599EB0C1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E312D23F-B207-46FA-B88D-9227E1DD669B}" type="pres">
      <dgm:prSet presAssocID="{652C04DA-A4AD-4584-8053-1A50599EB0C1}" presName="spaceRect" presStyleCnt="0"/>
      <dgm:spPr/>
    </dgm:pt>
    <dgm:pt modelId="{515B307F-6112-4E70-9A9C-5081298D688F}" type="pres">
      <dgm:prSet presAssocID="{652C04DA-A4AD-4584-8053-1A50599EB0C1}" presName="parTx" presStyleLbl="revTx" presStyleIdx="2" presStyleCnt="4">
        <dgm:presLayoutVars>
          <dgm:chMax val="0"/>
          <dgm:chPref val="0"/>
        </dgm:presLayoutVars>
      </dgm:prSet>
      <dgm:spPr/>
    </dgm:pt>
    <dgm:pt modelId="{4F465801-E950-4428-8C54-F4B24701951E}" type="pres">
      <dgm:prSet presAssocID="{652C04DA-A4AD-4584-8053-1A50599EB0C1}" presName="desTx" presStyleLbl="revTx" presStyleIdx="3" presStyleCnt="4">
        <dgm:presLayoutVars/>
      </dgm:prSet>
      <dgm:spPr/>
    </dgm:pt>
  </dgm:ptLst>
  <dgm:cxnLst>
    <dgm:cxn modelId="{0C3C3B11-5D5F-4B7D-9528-4FC99AE40DE8}" type="presOf" srcId="{6907ECFF-A810-4CC5-9177-F48D4D2FE022}" destId="{4F465801-E950-4428-8C54-F4B24701951E}" srcOrd="0" destOrd="0" presId="urn:microsoft.com/office/officeart/2018/2/layout/IconVerticalSolidList"/>
    <dgm:cxn modelId="{DF5A6217-18E1-4597-8ABC-CF95180F22DF}" type="presOf" srcId="{652C04DA-A4AD-4584-8053-1A50599EB0C1}" destId="{515B307F-6112-4E70-9A9C-5081298D688F}" srcOrd="0" destOrd="0" presId="urn:microsoft.com/office/officeart/2018/2/layout/IconVerticalSolidList"/>
    <dgm:cxn modelId="{0AE63C2C-1CCE-4DEB-840D-F0FCE1FBA726}" type="presOf" srcId="{9A329902-FA02-4D12-821D-1439BE791693}" destId="{4F465801-E950-4428-8C54-F4B24701951E}" srcOrd="0" destOrd="1" presId="urn:microsoft.com/office/officeart/2018/2/layout/IconVerticalSolidList"/>
    <dgm:cxn modelId="{AC8DAD45-94A6-41E5-A017-85E7AD8BB6D1}" type="presOf" srcId="{16A0E811-7D1D-45D3-8BC5-49D88DDF3DCA}" destId="{2151701C-0AF3-41E8-831E-54B3E8FF8B8E}" srcOrd="0" destOrd="0" presId="urn:microsoft.com/office/officeart/2018/2/layout/IconVerticalSolidList"/>
    <dgm:cxn modelId="{225AE853-F4AE-41AE-AF8F-F794528D1A40}" type="presOf" srcId="{BB72CF43-02E1-41F0-BEDE-A0D89CD65642}" destId="{B27CE290-EEE8-40AA-A3AA-F3D9DAF1E2E0}" srcOrd="0" destOrd="0" presId="urn:microsoft.com/office/officeart/2018/2/layout/IconVerticalSolidList"/>
    <dgm:cxn modelId="{BFAA2C8A-2B52-460D-899D-4A5244B3D06D}" type="presOf" srcId="{9E951D6D-625E-4950-B4D1-64C0585C4DB2}" destId="{CF45FC61-919D-458D-8266-A0347E295BA5}" srcOrd="0" destOrd="0" presId="urn:microsoft.com/office/officeart/2018/2/layout/IconVerticalSolidList"/>
    <dgm:cxn modelId="{BA5CA88E-F39F-43C2-B499-1E9F0BB20CE7}" srcId="{652C04DA-A4AD-4584-8053-1A50599EB0C1}" destId="{9A329902-FA02-4D12-821D-1439BE791693}" srcOrd="1" destOrd="0" parTransId="{19207247-5248-4B56-ACFB-C0825FFFD859}" sibTransId="{E0E39043-3B0C-4C40-B587-227FECC31D8C}"/>
    <dgm:cxn modelId="{497F6BBB-6A35-408E-A68B-C3717CE39103}" srcId="{16A0E811-7D1D-45D3-8BC5-49D88DDF3DCA}" destId="{6EB0C315-3527-42B5-8FCA-23CD059795D7}" srcOrd="1" destOrd="0" parTransId="{432D56C7-E3D1-4CB8-8824-832E16235AF2}" sibTransId="{EAEA0881-FC5B-4DF5-8F1D-C8CA4595208E}"/>
    <dgm:cxn modelId="{42D64DC1-BCD8-4C75-915B-EF88022E6205}" srcId="{BB72CF43-02E1-41F0-BEDE-A0D89CD65642}" destId="{652C04DA-A4AD-4584-8053-1A50599EB0C1}" srcOrd="1" destOrd="0" parTransId="{61F51D5B-492A-4791-8C54-B252ABBF5CC3}" sibTransId="{6F65F733-8CB1-4624-A9D0-78E604E14742}"/>
    <dgm:cxn modelId="{5770CAD1-6DA6-48F5-B854-FCC96F481F78}" srcId="{16A0E811-7D1D-45D3-8BC5-49D88DDF3DCA}" destId="{9E951D6D-625E-4950-B4D1-64C0585C4DB2}" srcOrd="0" destOrd="0" parTransId="{4D2C62A8-80CB-49BD-A972-0867E1CF7B8A}" sibTransId="{27706264-B7EF-43A6-A49E-9D11DA668247}"/>
    <dgm:cxn modelId="{063E81E3-BD4A-42DB-8ED1-D0243871E757}" srcId="{BB72CF43-02E1-41F0-BEDE-A0D89CD65642}" destId="{16A0E811-7D1D-45D3-8BC5-49D88DDF3DCA}" srcOrd="0" destOrd="0" parTransId="{0EAF5E0B-56C0-4129-9E1E-BF0EF87DFCCF}" sibTransId="{040B50D0-5DB3-4B6F-BC6C-C397675D6837}"/>
    <dgm:cxn modelId="{B3825DE5-4DDE-46E4-AE3D-3E20315296BE}" type="presOf" srcId="{6EB0C315-3527-42B5-8FCA-23CD059795D7}" destId="{CF45FC61-919D-458D-8266-A0347E295BA5}" srcOrd="0" destOrd="1" presId="urn:microsoft.com/office/officeart/2018/2/layout/IconVerticalSolidList"/>
    <dgm:cxn modelId="{BD69A0FB-F162-4645-ADEC-DAB0A0601440}" srcId="{652C04DA-A4AD-4584-8053-1A50599EB0C1}" destId="{6907ECFF-A810-4CC5-9177-F48D4D2FE022}" srcOrd="0" destOrd="0" parTransId="{78D25334-6B7F-4AB3-BE76-7A555BE72AA8}" sibTransId="{0CEB7F40-2035-4BED-8C54-B0737F839901}"/>
    <dgm:cxn modelId="{2F2F92E5-A6A0-40AC-BF1F-43D804E6A598}" type="presParOf" srcId="{B27CE290-EEE8-40AA-A3AA-F3D9DAF1E2E0}" destId="{AC4659D5-A083-427D-A9ED-1E66A0499F23}" srcOrd="0" destOrd="0" presId="urn:microsoft.com/office/officeart/2018/2/layout/IconVerticalSolidList"/>
    <dgm:cxn modelId="{17235BA6-BE30-4065-85F5-CFFA8350EA0F}" type="presParOf" srcId="{AC4659D5-A083-427D-A9ED-1E66A0499F23}" destId="{C48AC835-D1D2-42B0-A98D-5F6EFFDDA25E}" srcOrd="0" destOrd="0" presId="urn:microsoft.com/office/officeart/2018/2/layout/IconVerticalSolidList"/>
    <dgm:cxn modelId="{D2CB29FB-3425-435C-8DAD-F390253151C4}" type="presParOf" srcId="{AC4659D5-A083-427D-A9ED-1E66A0499F23}" destId="{BF9F0E2D-64D4-4993-8CA4-6826E19B819A}" srcOrd="1" destOrd="0" presId="urn:microsoft.com/office/officeart/2018/2/layout/IconVerticalSolidList"/>
    <dgm:cxn modelId="{30EC9B00-42F6-4585-BA73-8198024CEDB0}" type="presParOf" srcId="{AC4659D5-A083-427D-A9ED-1E66A0499F23}" destId="{70E85F0D-036F-48B2-AD4E-434A3A7C1213}" srcOrd="2" destOrd="0" presId="urn:microsoft.com/office/officeart/2018/2/layout/IconVerticalSolidList"/>
    <dgm:cxn modelId="{669D8094-5A7C-4C5A-8167-0A5F4653EDF9}" type="presParOf" srcId="{AC4659D5-A083-427D-A9ED-1E66A0499F23}" destId="{2151701C-0AF3-41E8-831E-54B3E8FF8B8E}" srcOrd="3" destOrd="0" presId="urn:microsoft.com/office/officeart/2018/2/layout/IconVerticalSolidList"/>
    <dgm:cxn modelId="{3B59617D-AEB9-4D63-8044-8CC5D2A7D9FC}" type="presParOf" srcId="{AC4659D5-A083-427D-A9ED-1E66A0499F23}" destId="{CF45FC61-919D-458D-8266-A0347E295BA5}" srcOrd="4" destOrd="0" presId="urn:microsoft.com/office/officeart/2018/2/layout/IconVerticalSolidList"/>
    <dgm:cxn modelId="{DCA6DB93-5A83-49CB-A261-E5675F6ABEA7}" type="presParOf" srcId="{B27CE290-EEE8-40AA-A3AA-F3D9DAF1E2E0}" destId="{11AFA674-E174-4D75-9D38-263BAA478125}" srcOrd="1" destOrd="0" presId="urn:microsoft.com/office/officeart/2018/2/layout/IconVerticalSolidList"/>
    <dgm:cxn modelId="{5238EB0C-2B65-4CA6-8A3C-26E8529E3D03}" type="presParOf" srcId="{B27CE290-EEE8-40AA-A3AA-F3D9DAF1E2E0}" destId="{A80B20A7-9F41-4526-91A2-724B6C6B187A}" srcOrd="2" destOrd="0" presId="urn:microsoft.com/office/officeart/2018/2/layout/IconVerticalSolidList"/>
    <dgm:cxn modelId="{3E6B808E-9A20-4941-9A20-97582F2F91E5}" type="presParOf" srcId="{A80B20A7-9F41-4526-91A2-724B6C6B187A}" destId="{AB96B5B9-82A2-4709-AD35-7AEE844D4056}" srcOrd="0" destOrd="0" presId="urn:microsoft.com/office/officeart/2018/2/layout/IconVerticalSolidList"/>
    <dgm:cxn modelId="{70A10444-210C-42F3-94E4-0C474C43DFC0}" type="presParOf" srcId="{A80B20A7-9F41-4526-91A2-724B6C6B187A}" destId="{65ECB257-3E85-445D-A7FF-42CA786DFE00}" srcOrd="1" destOrd="0" presId="urn:microsoft.com/office/officeart/2018/2/layout/IconVerticalSolidList"/>
    <dgm:cxn modelId="{E6C39A50-39EB-4DF6-A2CC-0118664285E9}" type="presParOf" srcId="{A80B20A7-9F41-4526-91A2-724B6C6B187A}" destId="{E312D23F-B207-46FA-B88D-9227E1DD669B}" srcOrd="2" destOrd="0" presId="urn:microsoft.com/office/officeart/2018/2/layout/IconVerticalSolidList"/>
    <dgm:cxn modelId="{6FE7AA6B-1A29-4416-AB03-321CF5A885D3}" type="presParOf" srcId="{A80B20A7-9F41-4526-91A2-724B6C6B187A}" destId="{515B307F-6112-4E70-9A9C-5081298D688F}" srcOrd="3" destOrd="0" presId="urn:microsoft.com/office/officeart/2018/2/layout/IconVerticalSolidList"/>
    <dgm:cxn modelId="{B0D6DDEE-81D4-4DE5-84CC-CD09A0303877}" type="presParOf" srcId="{A80B20A7-9F41-4526-91A2-724B6C6B187A}" destId="{4F465801-E950-4428-8C54-F4B24701951E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57DB138-47C8-4A74-9898-21C40B830010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C359E68D-BC8E-45F5-BC24-66E6EF8878D9}">
      <dgm:prSet/>
      <dgm:spPr/>
      <dgm:t>
        <a:bodyPr/>
        <a:lstStyle/>
        <a:p>
          <a:r>
            <a:rPr lang="en-US"/>
            <a:t>What do you think happens if we remove the database?</a:t>
          </a:r>
        </a:p>
      </dgm:t>
    </dgm:pt>
    <dgm:pt modelId="{C362BA53-0B9D-4DE6-B739-F390BCF6DA70}" type="parTrans" cxnId="{2CA16C15-3093-407A-954E-833351486343}">
      <dgm:prSet/>
      <dgm:spPr/>
      <dgm:t>
        <a:bodyPr/>
        <a:lstStyle/>
        <a:p>
          <a:endParaRPr lang="en-US"/>
        </a:p>
      </dgm:t>
    </dgm:pt>
    <dgm:pt modelId="{5B641491-E80F-4EBC-8205-4537D3AF1948}" type="sibTrans" cxnId="{2CA16C15-3093-407A-954E-833351486343}">
      <dgm:prSet/>
      <dgm:spPr/>
      <dgm:t>
        <a:bodyPr/>
        <a:lstStyle/>
        <a:p>
          <a:endParaRPr lang="en-US"/>
        </a:p>
      </dgm:t>
    </dgm:pt>
    <dgm:pt modelId="{7A68317B-8392-4F7E-B9CF-A17466F6E7CD}">
      <dgm:prSet/>
      <dgm:spPr/>
      <dgm:t>
        <a:bodyPr/>
        <a:lstStyle/>
        <a:p>
          <a:r>
            <a:rPr lang="en-US"/>
            <a:t>Can an application work without storing data?</a:t>
          </a:r>
        </a:p>
      </dgm:t>
    </dgm:pt>
    <dgm:pt modelId="{B670B094-F120-4308-B1AB-0BDF35274E7C}" type="parTrans" cxnId="{906BE9BF-737F-435B-AA92-24C49FBA8B08}">
      <dgm:prSet/>
      <dgm:spPr/>
      <dgm:t>
        <a:bodyPr/>
        <a:lstStyle/>
        <a:p>
          <a:endParaRPr lang="en-US"/>
        </a:p>
      </dgm:t>
    </dgm:pt>
    <dgm:pt modelId="{7B3BF438-9204-4DD4-BD7F-D161B8CCC111}" type="sibTrans" cxnId="{906BE9BF-737F-435B-AA92-24C49FBA8B08}">
      <dgm:prSet/>
      <dgm:spPr/>
      <dgm:t>
        <a:bodyPr/>
        <a:lstStyle/>
        <a:p>
          <a:endParaRPr lang="en-US"/>
        </a:p>
      </dgm:t>
    </dgm:pt>
    <dgm:pt modelId="{640FBA03-5076-465F-A460-884C5BE913ED}" type="pres">
      <dgm:prSet presAssocID="{757DB138-47C8-4A74-9898-21C40B830010}" presName="root" presStyleCnt="0">
        <dgm:presLayoutVars>
          <dgm:dir/>
          <dgm:resizeHandles val="exact"/>
        </dgm:presLayoutVars>
      </dgm:prSet>
      <dgm:spPr/>
    </dgm:pt>
    <dgm:pt modelId="{CE5E68F9-490C-4E77-A4DE-854CB66B6CF2}" type="pres">
      <dgm:prSet presAssocID="{C359E68D-BC8E-45F5-BC24-66E6EF8878D9}" presName="compNode" presStyleCnt="0"/>
      <dgm:spPr/>
    </dgm:pt>
    <dgm:pt modelId="{941B10DE-0378-4403-81D7-23D6E6FD514D}" type="pres">
      <dgm:prSet presAssocID="{C359E68D-BC8E-45F5-BC24-66E6EF8878D9}" presName="bgRect" presStyleLbl="bgShp" presStyleIdx="0" presStyleCnt="2"/>
      <dgm:spPr/>
    </dgm:pt>
    <dgm:pt modelId="{28C58DAA-1833-48C7-821C-15AF5A07162F}" type="pres">
      <dgm:prSet presAssocID="{C359E68D-BC8E-45F5-BC24-66E6EF8878D9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BED3B13-2208-4E62-A5C5-737E2510FE7E}" type="pres">
      <dgm:prSet presAssocID="{C359E68D-BC8E-45F5-BC24-66E6EF8878D9}" presName="spaceRect" presStyleCnt="0"/>
      <dgm:spPr/>
    </dgm:pt>
    <dgm:pt modelId="{4BB6C089-1EA8-45CC-A0D0-9C9B856FF203}" type="pres">
      <dgm:prSet presAssocID="{C359E68D-BC8E-45F5-BC24-66E6EF8878D9}" presName="parTx" presStyleLbl="revTx" presStyleIdx="0" presStyleCnt="2">
        <dgm:presLayoutVars>
          <dgm:chMax val="0"/>
          <dgm:chPref val="0"/>
        </dgm:presLayoutVars>
      </dgm:prSet>
      <dgm:spPr/>
    </dgm:pt>
    <dgm:pt modelId="{B6BD7E80-1463-4CDA-83F8-30A28DD1A130}" type="pres">
      <dgm:prSet presAssocID="{5B641491-E80F-4EBC-8205-4537D3AF1948}" presName="sibTrans" presStyleCnt="0"/>
      <dgm:spPr/>
    </dgm:pt>
    <dgm:pt modelId="{629BB98A-6355-419B-8E2D-B131AF965CBE}" type="pres">
      <dgm:prSet presAssocID="{7A68317B-8392-4F7E-B9CF-A17466F6E7CD}" presName="compNode" presStyleCnt="0"/>
      <dgm:spPr/>
    </dgm:pt>
    <dgm:pt modelId="{939F41EF-25AE-42D4-8202-A81458F88E71}" type="pres">
      <dgm:prSet presAssocID="{7A68317B-8392-4F7E-B9CF-A17466F6E7CD}" presName="bgRect" presStyleLbl="bgShp" presStyleIdx="1" presStyleCnt="2"/>
      <dgm:spPr/>
    </dgm:pt>
    <dgm:pt modelId="{EA889E4F-E988-467D-84DD-67F15A2DEAC5}" type="pres">
      <dgm:prSet presAssocID="{7A68317B-8392-4F7E-B9CF-A17466F6E7CD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E52BDEB4-2458-4645-AE15-8D623D35EE39}" type="pres">
      <dgm:prSet presAssocID="{7A68317B-8392-4F7E-B9CF-A17466F6E7CD}" presName="spaceRect" presStyleCnt="0"/>
      <dgm:spPr/>
    </dgm:pt>
    <dgm:pt modelId="{23052C1D-58AA-489B-AA8F-B247EB6EBAEE}" type="pres">
      <dgm:prSet presAssocID="{7A68317B-8392-4F7E-B9CF-A17466F6E7CD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2CA16C15-3093-407A-954E-833351486343}" srcId="{757DB138-47C8-4A74-9898-21C40B830010}" destId="{C359E68D-BC8E-45F5-BC24-66E6EF8878D9}" srcOrd="0" destOrd="0" parTransId="{C362BA53-0B9D-4DE6-B739-F390BCF6DA70}" sibTransId="{5B641491-E80F-4EBC-8205-4537D3AF1948}"/>
    <dgm:cxn modelId="{E34E0C55-BB33-4074-8BB2-9D8552DED552}" type="presOf" srcId="{7A68317B-8392-4F7E-B9CF-A17466F6E7CD}" destId="{23052C1D-58AA-489B-AA8F-B247EB6EBAEE}" srcOrd="0" destOrd="0" presId="urn:microsoft.com/office/officeart/2018/2/layout/IconVerticalSolidList"/>
    <dgm:cxn modelId="{2E4FA49C-FB66-4A57-B0F7-F089CB04EE47}" type="presOf" srcId="{C359E68D-BC8E-45F5-BC24-66E6EF8878D9}" destId="{4BB6C089-1EA8-45CC-A0D0-9C9B856FF203}" srcOrd="0" destOrd="0" presId="urn:microsoft.com/office/officeart/2018/2/layout/IconVerticalSolidList"/>
    <dgm:cxn modelId="{906BE9BF-737F-435B-AA92-24C49FBA8B08}" srcId="{757DB138-47C8-4A74-9898-21C40B830010}" destId="{7A68317B-8392-4F7E-B9CF-A17466F6E7CD}" srcOrd="1" destOrd="0" parTransId="{B670B094-F120-4308-B1AB-0BDF35274E7C}" sibTransId="{7B3BF438-9204-4DD4-BD7F-D161B8CCC111}"/>
    <dgm:cxn modelId="{08710CE1-12FF-490B-A0C1-EE7F668877A7}" type="presOf" srcId="{757DB138-47C8-4A74-9898-21C40B830010}" destId="{640FBA03-5076-465F-A460-884C5BE913ED}" srcOrd="0" destOrd="0" presId="urn:microsoft.com/office/officeart/2018/2/layout/IconVerticalSolidList"/>
    <dgm:cxn modelId="{8F29B9ED-C184-46EB-996E-B75524E384AA}" type="presParOf" srcId="{640FBA03-5076-465F-A460-884C5BE913ED}" destId="{CE5E68F9-490C-4E77-A4DE-854CB66B6CF2}" srcOrd="0" destOrd="0" presId="urn:microsoft.com/office/officeart/2018/2/layout/IconVerticalSolidList"/>
    <dgm:cxn modelId="{64F13A8D-4B7C-492D-8D53-69930481EC0E}" type="presParOf" srcId="{CE5E68F9-490C-4E77-A4DE-854CB66B6CF2}" destId="{941B10DE-0378-4403-81D7-23D6E6FD514D}" srcOrd="0" destOrd="0" presId="urn:microsoft.com/office/officeart/2018/2/layout/IconVerticalSolidList"/>
    <dgm:cxn modelId="{E1B30F87-78B6-42E2-BAB2-E4126C18CB65}" type="presParOf" srcId="{CE5E68F9-490C-4E77-A4DE-854CB66B6CF2}" destId="{28C58DAA-1833-48C7-821C-15AF5A07162F}" srcOrd="1" destOrd="0" presId="urn:microsoft.com/office/officeart/2018/2/layout/IconVerticalSolidList"/>
    <dgm:cxn modelId="{AC720DD9-D1A0-470A-9520-A7B623688E3B}" type="presParOf" srcId="{CE5E68F9-490C-4E77-A4DE-854CB66B6CF2}" destId="{3BED3B13-2208-4E62-A5C5-737E2510FE7E}" srcOrd="2" destOrd="0" presId="urn:microsoft.com/office/officeart/2018/2/layout/IconVerticalSolidList"/>
    <dgm:cxn modelId="{243745D1-C167-4ED6-ADDB-8718256F7219}" type="presParOf" srcId="{CE5E68F9-490C-4E77-A4DE-854CB66B6CF2}" destId="{4BB6C089-1EA8-45CC-A0D0-9C9B856FF203}" srcOrd="3" destOrd="0" presId="urn:microsoft.com/office/officeart/2018/2/layout/IconVerticalSolidList"/>
    <dgm:cxn modelId="{61EB0BDC-4153-4821-9DD9-92A5217BD9A4}" type="presParOf" srcId="{640FBA03-5076-465F-A460-884C5BE913ED}" destId="{B6BD7E80-1463-4CDA-83F8-30A28DD1A130}" srcOrd="1" destOrd="0" presId="urn:microsoft.com/office/officeart/2018/2/layout/IconVerticalSolidList"/>
    <dgm:cxn modelId="{90F0D172-352D-43A3-BDE8-C81137B5AF53}" type="presParOf" srcId="{640FBA03-5076-465F-A460-884C5BE913ED}" destId="{629BB98A-6355-419B-8E2D-B131AF965CBE}" srcOrd="2" destOrd="0" presId="urn:microsoft.com/office/officeart/2018/2/layout/IconVerticalSolidList"/>
    <dgm:cxn modelId="{661502A8-8EEC-4787-9253-826D02D1541F}" type="presParOf" srcId="{629BB98A-6355-419B-8E2D-B131AF965CBE}" destId="{939F41EF-25AE-42D4-8202-A81458F88E71}" srcOrd="0" destOrd="0" presId="urn:microsoft.com/office/officeart/2018/2/layout/IconVerticalSolidList"/>
    <dgm:cxn modelId="{2CDDBACB-FBCB-46E2-A678-04B2DE253242}" type="presParOf" srcId="{629BB98A-6355-419B-8E2D-B131AF965CBE}" destId="{EA889E4F-E988-467D-84DD-67F15A2DEAC5}" srcOrd="1" destOrd="0" presId="urn:microsoft.com/office/officeart/2018/2/layout/IconVerticalSolidList"/>
    <dgm:cxn modelId="{DEB1147F-1023-4D23-945C-9939FF6EB8CD}" type="presParOf" srcId="{629BB98A-6355-419B-8E2D-B131AF965CBE}" destId="{E52BDEB4-2458-4645-AE15-8D623D35EE39}" srcOrd="2" destOrd="0" presId="urn:microsoft.com/office/officeart/2018/2/layout/IconVerticalSolidList"/>
    <dgm:cxn modelId="{844D8F83-E906-471B-B3C7-CCF5B59D1F74}" type="presParOf" srcId="{629BB98A-6355-419B-8E2D-B131AF965CBE}" destId="{23052C1D-58AA-489B-AA8F-B247EB6EBAE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DF34E4D-9989-48A1-A2C8-4E70E228BEF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F24145CD-FD86-4D65-AC49-9E4C0B8BB0B1}">
      <dgm:prSet/>
      <dgm:spPr/>
      <dgm:t>
        <a:bodyPr/>
        <a:lstStyle/>
        <a:p>
          <a:r>
            <a:rPr lang="en-US"/>
            <a:t>Open the project in </a:t>
          </a:r>
          <a:r>
            <a:rPr lang="en-US" b="1"/>
            <a:t>VS Code</a:t>
          </a:r>
          <a:r>
            <a:rPr lang="en-US"/>
            <a:t> by running the following command:</a:t>
          </a:r>
        </a:p>
      </dgm:t>
    </dgm:pt>
    <dgm:pt modelId="{1239F750-5F97-4B54-A8E8-05FC12E0F2D6}" type="parTrans" cxnId="{F671F5EC-DF33-4EB6-ADA9-42E819DA4757}">
      <dgm:prSet/>
      <dgm:spPr/>
      <dgm:t>
        <a:bodyPr/>
        <a:lstStyle/>
        <a:p>
          <a:endParaRPr lang="en-US"/>
        </a:p>
      </dgm:t>
    </dgm:pt>
    <dgm:pt modelId="{CD4486F6-CDA1-4D75-B78B-4B6ADDBCD4F0}" type="sibTrans" cxnId="{F671F5EC-DF33-4EB6-ADA9-42E819DA4757}">
      <dgm:prSet/>
      <dgm:spPr/>
      <dgm:t>
        <a:bodyPr/>
        <a:lstStyle/>
        <a:p>
          <a:endParaRPr lang="en-US"/>
        </a:p>
      </dgm:t>
    </dgm:pt>
    <dgm:pt modelId="{D63ECA18-9A44-40CF-9369-9C68E63F2304}">
      <dgm:prSet/>
      <dgm:spPr/>
      <dgm:t>
        <a:bodyPr/>
        <a:lstStyle/>
        <a:p>
          <a:r>
            <a:rPr lang="en-US" b="1" dirty="0"/>
            <a:t>cd </a:t>
          </a:r>
          <a:r>
            <a:rPr lang="en-US" b="1" dirty="0" err="1"/>
            <a:t>BootcampEF</a:t>
          </a:r>
          <a:endParaRPr lang="en-US" b="1" dirty="0"/>
        </a:p>
      </dgm:t>
    </dgm:pt>
    <dgm:pt modelId="{3C51B886-F669-42CC-AC05-ACE1A1A5449A}" type="parTrans" cxnId="{B5C40F3E-F909-4529-857C-4A0439263C39}">
      <dgm:prSet/>
      <dgm:spPr/>
      <dgm:t>
        <a:bodyPr/>
        <a:lstStyle/>
        <a:p>
          <a:endParaRPr lang="en-US"/>
        </a:p>
      </dgm:t>
    </dgm:pt>
    <dgm:pt modelId="{F14CA63A-1BF5-4ACF-9C45-C804BE8DB496}" type="sibTrans" cxnId="{B5C40F3E-F909-4529-857C-4A0439263C39}">
      <dgm:prSet/>
      <dgm:spPr/>
      <dgm:t>
        <a:bodyPr/>
        <a:lstStyle/>
        <a:p>
          <a:endParaRPr lang="en-US"/>
        </a:p>
      </dgm:t>
    </dgm:pt>
    <dgm:pt modelId="{E8101441-BCEB-4F9A-97A8-687763FA6BEA}">
      <dgm:prSet/>
      <dgm:spPr/>
      <dgm:t>
        <a:bodyPr/>
        <a:lstStyle/>
        <a:p>
          <a:r>
            <a:rPr lang="en-US" b="1" dirty="0"/>
            <a:t>code . </a:t>
          </a:r>
        </a:p>
      </dgm:t>
    </dgm:pt>
    <dgm:pt modelId="{A2F95DF1-F568-48E2-A473-E77F5B9F7D85}" type="parTrans" cxnId="{062DBD27-4EEC-426C-84FC-C86F3DE9D980}">
      <dgm:prSet/>
      <dgm:spPr/>
      <dgm:t>
        <a:bodyPr/>
        <a:lstStyle/>
        <a:p>
          <a:endParaRPr lang="en-US"/>
        </a:p>
      </dgm:t>
    </dgm:pt>
    <dgm:pt modelId="{DE756CC7-3C40-4AFD-9791-C75888514C96}" type="sibTrans" cxnId="{062DBD27-4EEC-426C-84FC-C86F3DE9D980}">
      <dgm:prSet/>
      <dgm:spPr/>
      <dgm:t>
        <a:bodyPr/>
        <a:lstStyle/>
        <a:p>
          <a:endParaRPr lang="en-US"/>
        </a:p>
      </dgm:t>
    </dgm:pt>
    <dgm:pt modelId="{496DBDBF-D602-4A5C-8818-7299FE57AD9C}">
      <dgm:prSet/>
      <dgm:spPr/>
      <dgm:t>
        <a:bodyPr/>
        <a:lstStyle/>
        <a:p>
          <a:r>
            <a:rPr lang="en-US"/>
            <a:t>In </a:t>
          </a:r>
          <a:r>
            <a:rPr lang="en-US" b="1"/>
            <a:t>VS Code</a:t>
          </a:r>
          <a:r>
            <a:rPr lang="en-US"/>
            <a:t>, see what files are automatically created.</a:t>
          </a:r>
        </a:p>
      </dgm:t>
    </dgm:pt>
    <dgm:pt modelId="{CD8C9CF6-8EF9-452B-BB72-2F173A228718}" type="parTrans" cxnId="{74287E46-2369-4F56-997E-9735FA81A77A}">
      <dgm:prSet/>
      <dgm:spPr/>
      <dgm:t>
        <a:bodyPr/>
        <a:lstStyle/>
        <a:p>
          <a:endParaRPr lang="en-US"/>
        </a:p>
      </dgm:t>
    </dgm:pt>
    <dgm:pt modelId="{8D16F339-32BB-4835-B6C4-3205939779B9}" type="sibTrans" cxnId="{74287E46-2369-4F56-997E-9735FA81A77A}">
      <dgm:prSet/>
      <dgm:spPr/>
      <dgm:t>
        <a:bodyPr/>
        <a:lstStyle/>
        <a:p>
          <a:endParaRPr lang="en-US"/>
        </a:p>
      </dgm:t>
    </dgm:pt>
    <dgm:pt modelId="{45174E78-4176-48DA-818F-DBD5B333585E}" type="pres">
      <dgm:prSet presAssocID="{ADF34E4D-9989-48A1-A2C8-4E70E228BEFC}" presName="root" presStyleCnt="0">
        <dgm:presLayoutVars>
          <dgm:dir/>
          <dgm:resizeHandles val="exact"/>
        </dgm:presLayoutVars>
      </dgm:prSet>
      <dgm:spPr/>
    </dgm:pt>
    <dgm:pt modelId="{81AFC50E-DCCF-4CA5-B7D5-FD46AC8C9259}" type="pres">
      <dgm:prSet presAssocID="{F24145CD-FD86-4D65-AC49-9E4C0B8BB0B1}" presName="compNode" presStyleCnt="0"/>
      <dgm:spPr/>
    </dgm:pt>
    <dgm:pt modelId="{0C3E91BE-8069-4049-9BF3-DF2B5CAEB017}" type="pres">
      <dgm:prSet presAssocID="{F24145CD-FD86-4D65-AC49-9E4C0B8BB0B1}" presName="bgRect" presStyleLbl="bgShp" presStyleIdx="0" presStyleCnt="2"/>
      <dgm:spPr/>
    </dgm:pt>
    <dgm:pt modelId="{48B0D4AD-C557-4B86-AFC0-685ADC340FF3}" type="pres">
      <dgm:prSet presAssocID="{F24145CD-FD86-4D65-AC49-9E4C0B8BB0B1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69C3EBC0-5AF6-4570-BBFC-C4AE0E3F54B3}" type="pres">
      <dgm:prSet presAssocID="{F24145CD-FD86-4D65-AC49-9E4C0B8BB0B1}" presName="spaceRect" presStyleCnt="0"/>
      <dgm:spPr/>
    </dgm:pt>
    <dgm:pt modelId="{AC88F839-0226-4654-8D24-DFBC36BF03E5}" type="pres">
      <dgm:prSet presAssocID="{F24145CD-FD86-4D65-AC49-9E4C0B8BB0B1}" presName="parTx" presStyleLbl="revTx" presStyleIdx="0" presStyleCnt="3">
        <dgm:presLayoutVars>
          <dgm:chMax val="0"/>
          <dgm:chPref val="0"/>
        </dgm:presLayoutVars>
      </dgm:prSet>
      <dgm:spPr/>
    </dgm:pt>
    <dgm:pt modelId="{399952A7-F556-4822-8324-23D339170183}" type="pres">
      <dgm:prSet presAssocID="{F24145CD-FD86-4D65-AC49-9E4C0B8BB0B1}" presName="desTx" presStyleLbl="revTx" presStyleIdx="1" presStyleCnt="3">
        <dgm:presLayoutVars/>
      </dgm:prSet>
      <dgm:spPr/>
    </dgm:pt>
    <dgm:pt modelId="{5525288C-08AC-40F2-AE86-332D2A930A47}" type="pres">
      <dgm:prSet presAssocID="{CD4486F6-CDA1-4D75-B78B-4B6ADDBCD4F0}" presName="sibTrans" presStyleCnt="0"/>
      <dgm:spPr/>
    </dgm:pt>
    <dgm:pt modelId="{BCB18541-1CE9-47C5-A7FF-5CCE5C0C10B8}" type="pres">
      <dgm:prSet presAssocID="{496DBDBF-D602-4A5C-8818-7299FE57AD9C}" presName="compNode" presStyleCnt="0"/>
      <dgm:spPr/>
    </dgm:pt>
    <dgm:pt modelId="{12ABF85C-98E9-4C26-95F6-4E77D7E76A26}" type="pres">
      <dgm:prSet presAssocID="{496DBDBF-D602-4A5C-8818-7299FE57AD9C}" presName="bgRect" presStyleLbl="bgShp" presStyleIdx="1" presStyleCnt="2"/>
      <dgm:spPr/>
    </dgm:pt>
    <dgm:pt modelId="{4BB5C53D-1E44-45E7-885F-1E1D54284852}" type="pres">
      <dgm:prSet presAssocID="{496DBDBF-D602-4A5C-8818-7299FE57AD9C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701D1980-C02B-4182-8774-A16BAE39D3AD}" type="pres">
      <dgm:prSet presAssocID="{496DBDBF-D602-4A5C-8818-7299FE57AD9C}" presName="spaceRect" presStyleCnt="0"/>
      <dgm:spPr/>
    </dgm:pt>
    <dgm:pt modelId="{D582AE76-16EB-443B-AD1E-EEAB48CE9EA8}" type="pres">
      <dgm:prSet presAssocID="{496DBDBF-D602-4A5C-8818-7299FE57AD9C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062DBD27-4EEC-426C-84FC-C86F3DE9D980}" srcId="{F24145CD-FD86-4D65-AC49-9E4C0B8BB0B1}" destId="{E8101441-BCEB-4F9A-97A8-687763FA6BEA}" srcOrd="1" destOrd="0" parTransId="{A2F95DF1-F568-48E2-A473-E77F5B9F7D85}" sibTransId="{DE756CC7-3C40-4AFD-9791-C75888514C96}"/>
    <dgm:cxn modelId="{2D2B652C-5EDC-4924-B535-5CB8D2F8EC05}" type="presOf" srcId="{E8101441-BCEB-4F9A-97A8-687763FA6BEA}" destId="{399952A7-F556-4822-8324-23D339170183}" srcOrd="0" destOrd="1" presId="urn:microsoft.com/office/officeart/2018/2/layout/IconVerticalSolidList"/>
    <dgm:cxn modelId="{CA23D43C-53C8-4517-8DEE-F05689681032}" type="presOf" srcId="{ADF34E4D-9989-48A1-A2C8-4E70E228BEFC}" destId="{45174E78-4176-48DA-818F-DBD5B333585E}" srcOrd="0" destOrd="0" presId="urn:microsoft.com/office/officeart/2018/2/layout/IconVerticalSolidList"/>
    <dgm:cxn modelId="{B5C40F3E-F909-4529-857C-4A0439263C39}" srcId="{F24145CD-FD86-4D65-AC49-9E4C0B8BB0B1}" destId="{D63ECA18-9A44-40CF-9369-9C68E63F2304}" srcOrd="0" destOrd="0" parTransId="{3C51B886-F669-42CC-AC05-ACE1A1A5449A}" sibTransId="{F14CA63A-1BF5-4ACF-9C45-C804BE8DB496}"/>
    <dgm:cxn modelId="{697FF364-A970-4058-8D95-0C70A79A7691}" type="presOf" srcId="{496DBDBF-D602-4A5C-8818-7299FE57AD9C}" destId="{D582AE76-16EB-443B-AD1E-EEAB48CE9EA8}" srcOrd="0" destOrd="0" presId="urn:microsoft.com/office/officeart/2018/2/layout/IconVerticalSolidList"/>
    <dgm:cxn modelId="{74287E46-2369-4F56-997E-9735FA81A77A}" srcId="{ADF34E4D-9989-48A1-A2C8-4E70E228BEFC}" destId="{496DBDBF-D602-4A5C-8818-7299FE57AD9C}" srcOrd="1" destOrd="0" parTransId="{CD8C9CF6-8EF9-452B-BB72-2F173A228718}" sibTransId="{8D16F339-32BB-4835-B6C4-3205939779B9}"/>
    <dgm:cxn modelId="{6C43D0B8-3D03-4A4E-8478-07E8C95F3CD8}" type="presOf" srcId="{D63ECA18-9A44-40CF-9369-9C68E63F2304}" destId="{399952A7-F556-4822-8324-23D339170183}" srcOrd="0" destOrd="0" presId="urn:microsoft.com/office/officeart/2018/2/layout/IconVerticalSolidList"/>
    <dgm:cxn modelId="{F671F5EC-DF33-4EB6-ADA9-42E819DA4757}" srcId="{ADF34E4D-9989-48A1-A2C8-4E70E228BEFC}" destId="{F24145CD-FD86-4D65-AC49-9E4C0B8BB0B1}" srcOrd="0" destOrd="0" parTransId="{1239F750-5F97-4B54-A8E8-05FC12E0F2D6}" sibTransId="{CD4486F6-CDA1-4D75-B78B-4B6ADDBCD4F0}"/>
    <dgm:cxn modelId="{D073BCF4-8F9E-4C6D-8759-CA3C97CC1605}" type="presOf" srcId="{F24145CD-FD86-4D65-AC49-9E4C0B8BB0B1}" destId="{AC88F839-0226-4654-8D24-DFBC36BF03E5}" srcOrd="0" destOrd="0" presId="urn:microsoft.com/office/officeart/2018/2/layout/IconVerticalSolidList"/>
    <dgm:cxn modelId="{755627E5-0377-446C-8768-15020ECB24AF}" type="presParOf" srcId="{45174E78-4176-48DA-818F-DBD5B333585E}" destId="{81AFC50E-DCCF-4CA5-B7D5-FD46AC8C9259}" srcOrd="0" destOrd="0" presId="urn:microsoft.com/office/officeart/2018/2/layout/IconVerticalSolidList"/>
    <dgm:cxn modelId="{F4B554F7-5874-4D23-81EE-59E262931585}" type="presParOf" srcId="{81AFC50E-DCCF-4CA5-B7D5-FD46AC8C9259}" destId="{0C3E91BE-8069-4049-9BF3-DF2B5CAEB017}" srcOrd="0" destOrd="0" presId="urn:microsoft.com/office/officeart/2018/2/layout/IconVerticalSolidList"/>
    <dgm:cxn modelId="{38FE162C-B3DB-465B-91BA-B0D9EC910F80}" type="presParOf" srcId="{81AFC50E-DCCF-4CA5-B7D5-FD46AC8C9259}" destId="{48B0D4AD-C557-4B86-AFC0-685ADC340FF3}" srcOrd="1" destOrd="0" presId="urn:microsoft.com/office/officeart/2018/2/layout/IconVerticalSolidList"/>
    <dgm:cxn modelId="{E0701387-A130-4E11-94E4-A8865D8DAC05}" type="presParOf" srcId="{81AFC50E-DCCF-4CA5-B7D5-FD46AC8C9259}" destId="{69C3EBC0-5AF6-4570-BBFC-C4AE0E3F54B3}" srcOrd="2" destOrd="0" presId="urn:microsoft.com/office/officeart/2018/2/layout/IconVerticalSolidList"/>
    <dgm:cxn modelId="{5E343514-A3CF-494E-87DF-D259037907D5}" type="presParOf" srcId="{81AFC50E-DCCF-4CA5-B7D5-FD46AC8C9259}" destId="{AC88F839-0226-4654-8D24-DFBC36BF03E5}" srcOrd="3" destOrd="0" presId="urn:microsoft.com/office/officeart/2018/2/layout/IconVerticalSolidList"/>
    <dgm:cxn modelId="{C62E2151-7979-4508-AE83-D775DA89C6BE}" type="presParOf" srcId="{81AFC50E-DCCF-4CA5-B7D5-FD46AC8C9259}" destId="{399952A7-F556-4822-8324-23D339170183}" srcOrd="4" destOrd="0" presId="urn:microsoft.com/office/officeart/2018/2/layout/IconVerticalSolidList"/>
    <dgm:cxn modelId="{969561EC-8EC7-4BDA-A1D9-39FB777B702A}" type="presParOf" srcId="{45174E78-4176-48DA-818F-DBD5B333585E}" destId="{5525288C-08AC-40F2-AE86-332D2A930A47}" srcOrd="1" destOrd="0" presId="urn:microsoft.com/office/officeart/2018/2/layout/IconVerticalSolidList"/>
    <dgm:cxn modelId="{C5657B7C-BFD2-41E3-B1DE-0E395F7284BE}" type="presParOf" srcId="{45174E78-4176-48DA-818F-DBD5B333585E}" destId="{BCB18541-1CE9-47C5-A7FF-5CCE5C0C10B8}" srcOrd="2" destOrd="0" presId="urn:microsoft.com/office/officeart/2018/2/layout/IconVerticalSolidList"/>
    <dgm:cxn modelId="{181D7E4B-F2CB-4FE9-A89D-311967C438A6}" type="presParOf" srcId="{BCB18541-1CE9-47C5-A7FF-5CCE5C0C10B8}" destId="{12ABF85C-98E9-4C26-95F6-4E77D7E76A26}" srcOrd="0" destOrd="0" presId="urn:microsoft.com/office/officeart/2018/2/layout/IconVerticalSolidList"/>
    <dgm:cxn modelId="{FD0103CC-0D7E-41C8-A387-EE8ABFCDAEAD}" type="presParOf" srcId="{BCB18541-1CE9-47C5-A7FF-5CCE5C0C10B8}" destId="{4BB5C53D-1E44-45E7-885F-1E1D54284852}" srcOrd="1" destOrd="0" presId="urn:microsoft.com/office/officeart/2018/2/layout/IconVerticalSolidList"/>
    <dgm:cxn modelId="{8687902C-9B4C-4F37-885E-3CB2F5ECBA40}" type="presParOf" srcId="{BCB18541-1CE9-47C5-A7FF-5CCE5C0C10B8}" destId="{701D1980-C02B-4182-8774-A16BAE39D3AD}" srcOrd="2" destOrd="0" presId="urn:microsoft.com/office/officeart/2018/2/layout/IconVerticalSolidList"/>
    <dgm:cxn modelId="{D0D64E2D-6A0F-46B5-AE2D-7842B7347FC2}" type="presParOf" srcId="{BCB18541-1CE9-47C5-A7FF-5CCE5C0C10B8}" destId="{D582AE76-16EB-443B-AD1E-EEAB48CE9EA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2F9FE9B3-2813-4664-B513-DF176A2F8DE8}" type="doc">
      <dgm:prSet loTypeId="urn:microsoft.com/office/officeart/2005/8/layout/vList5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67883B9-568D-4F12-99E8-744F18EC1A8C}">
      <dgm:prSet/>
      <dgm:spPr/>
      <dgm:t>
        <a:bodyPr/>
        <a:lstStyle/>
        <a:p>
          <a:r>
            <a:rPr lang="en-US" dirty="0"/>
            <a:t>In </a:t>
          </a:r>
          <a:r>
            <a:rPr lang="en-US" b="1" dirty="0"/>
            <a:t>VS Code</a:t>
          </a:r>
          <a:r>
            <a:rPr lang="en-US" dirty="0"/>
            <a:t>, create a new file. Name the file as:</a:t>
          </a:r>
        </a:p>
      </dgm:t>
    </dgm:pt>
    <dgm:pt modelId="{57085A26-1BCA-4137-BDF0-F73F17F74B23}" type="parTrans" cxnId="{15982E82-8E52-457F-836A-37E052714FF7}">
      <dgm:prSet/>
      <dgm:spPr/>
      <dgm:t>
        <a:bodyPr/>
        <a:lstStyle/>
        <a:p>
          <a:endParaRPr lang="en-US"/>
        </a:p>
      </dgm:t>
    </dgm:pt>
    <dgm:pt modelId="{8C720C96-7E93-45C1-8106-E76A758953CA}" type="sibTrans" cxnId="{15982E82-8E52-457F-836A-37E052714FF7}">
      <dgm:prSet/>
      <dgm:spPr/>
      <dgm:t>
        <a:bodyPr/>
        <a:lstStyle/>
        <a:p>
          <a:endParaRPr lang="en-US"/>
        </a:p>
      </dgm:t>
    </dgm:pt>
    <dgm:pt modelId="{1F045F82-FEA6-41B7-9BD8-6AD0318FA41C}">
      <dgm:prSet/>
      <dgm:spPr/>
      <dgm:t>
        <a:bodyPr/>
        <a:lstStyle/>
        <a:p>
          <a:r>
            <a:rPr lang="en-US" b="1" dirty="0" err="1"/>
            <a:t>Student.cs</a:t>
          </a:r>
          <a:endParaRPr lang="en-US" dirty="0"/>
        </a:p>
      </dgm:t>
    </dgm:pt>
    <dgm:pt modelId="{602998F7-AE92-4567-8D1D-B8D8F5E03B7A}" type="parTrans" cxnId="{FE3CB38A-9020-4A37-8576-8BDC07E17BC1}">
      <dgm:prSet/>
      <dgm:spPr/>
      <dgm:t>
        <a:bodyPr/>
        <a:lstStyle/>
        <a:p>
          <a:endParaRPr lang="en-US"/>
        </a:p>
      </dgm:t>
    </dgm:pt>
    <dgm:pt modelId="{705B18E0-40E5-4761-88A2-6F6FDDBDEB80}" type="sibTrans" cxnId="{FE3CB38A-9020-4A37-8576-8BDC07E17BC1}">
      <dgm:prSet/>
      <dgm:spPr/>
      <dgm:t>
        <a:bodyPr/>
        <a:lstStyle/>
        <a:p>
          <a:endParaRPr lang="en-US"/>
        </a:p>
      </dgm:t>
    </dgm:pt>
    <dgm:pt modelId="{CD3F1735-DD01-4C5D-B396-B42D46E76D23}">
      <dgm:prSet/>
      <dgm:spPr/>
      <dgm:t>
        <a:bodyPr/>
        <a:lstStyle/>
        <a:p>
          <a:r>
            <a:rPr lang="en-US" dirty="0"/>
            <a:t>Add the following code:</a:t>
          </a:r>
        </a:p>
      </dgm:t>
    </dgm:pt>
    <dgm:pt modelId="{6AA30711-FDCC-453D-8BF1-948C48236CC8}" type="parTrans" cxnId="{D3099208-6192-4F1F-99D1-A469D1CC50B0}">
      <dgm:prSet/>
      <dgm:spPr/>
      <dgm:t>
        <a:bodyPr/>
        <a:lstStyle/>
        <a:p>
          <a:endParaRPr lang="en-US"/>
        </a:p>
      </dgm:t>
    </dgm:pt>
    <dgm:pt modelId="{5C40B629-19D1-4898-B383-F711C64068EF}" type="sibTrans" cxnId="{D3099208-6192-4F1F-99D1-A469D1CC50B0}">
      <dgm:prSet/>
      <dgm:spPr/>
      <dgm:t>
        <a:bodyPr/>
        <a:lstStyle/>
        <a:p>
          <a:endParaRPr lang="en-US"/>
        </a:p>
      </dgm:t>
    </dgm:pt>
    <dgm:pt modelId="{9BB841FB-8308-480C-9DE8-5B84DFDBEFE9}">
      <dgm:prSet/>
      <dgm:spPr/>
      <dgm:t>
        <a:bodyPr/>
        <a:lstStyle/>
        <a:p>
          <a:r>
            <a:rPr lang="en-US" dirty="0"/>
            <a:t>public class </a:t>
          </a:r>
          <a:r>
            <a:rPr lang="en-US" b="1" dirty="0"/>
            <a:t>Student</a:t>
          </a:r>
          <a:br>
            <a:rPr lang="en-US" dirty="0"/>
          </a:br>
          <a:r>
            <a:rPr lang="en-US" dirty="0"/>
            <a:t>{</a:t>
          </a:r>
          <a:br>
            <a:rPr lang="en-US" dirty="0"/>
          </a:br>
          <a:r>
            <a:rPr lang="en-US" dirty="0"/>
            <a:t>       public int Id { get; set; }</a:t>
          </a:r>
          <a:br>
            <a:rPr lang="en-US" dirty="0"/>
          </a:br>
          <a:br>
            <a:rPr lang="en-US" dirty="0"/>
          </a:br>
          <a:r>
            <a:rPr lang="en-US" dirty="0"/>
            <a:t>       public string Name { get; set; }</a:t>
          </a:r>
          <a:br>
            <a:rPr lang="en-US" dirty="0"/>
          </a:br>
          <a:br>
            <a:rPr lang="en-US" dirty="0"/>
          </a:br>
          <a:r>
            <a:rPr lang="en-US" dirty="0"/>
            <a:t>       public string Course { get; set; }</a:t>
          </a:r>
          <a:br>
            <a:rPr lang="en-US" dirty="0"/>
          </a:br>
          <a:r>
            <a:rPr lang="en-US" dirty="0"/>
            <a:t>}</a:t>
          </a:r>
        </a:p>
      </dgm:t>
    </dgm:pt>
    <dgm:pt modelId="{239F691B-70B4-44DE-9282-6F6E680E2B21}" type="parTrans" cxnId="{D3B3F9EA-D7D4-4F8B-9B35-AA9558450FAB}">
      <dgm:prSet/>
      <dgm:spPr/>
      <dgm:t>
        <a:bodyPr/>
        <a:lstStyle/>
        <a:p>
          <a:endParaRPr lang="en-US"/>
        </a:p>
      </dgm:t>
    </dgm:pt>
    <dgm:pt modelId="{045D8F76-0E69-47FD-9DFA-A4E91CE40281}" type="sibTrans" cxnId="{D3B3F9EA-D7D4-4F8B-9B35-AA9558450FAB}">
      <dgm:prSet/>
      <dgm:spPr/>
      <dgm:t>
        <a:bodyPr/>
        <a:lstStyle/>
        <a:p>
          <a:endParaRPr lang="en-US"/>
        </a:p>
      </dgm:t>
    </dgm:pt>
    <dgm:pt modelId="{BEBBB3CC-D032-48D6-A95E-F6080E79683C}" type="pres">
      <dgm:prSet presAssocID="{2F9FE9B3-2813-4664-B513-DF176A2F8DE8}" presName="Name0" presStyleCnt="0">
        <dgm:presLayoutVars>
          <dgm:dir/>
          <dgm:animLvl val="lvl"/>
          <dgm:resizeHandles val="exact"/>
        </dgm:presLayoutVars>
      </dgm:prSet>
      <dgm:spPr/>
    </dgm:pt>
    <dgm:pt modelId="{D4CC982D-E82D-44A5-ACAC-851901902A49}" type="pres">
      <dgm:prSet presAssocID="{267883B9-568D-4F12-99E8-744F18EC1A8C}" presName="linNode" presStyleCnt="0"/>
      <dgm:spPr/>
    </dgm:pt>
    <dgm:pt modelId="{698CABC2-8E34-437D-933D-130176586231}" type="pres">
      <dgm:prSet presAssocID="{267883B9-568D-4F12-99E8-744F18EC1A8C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A004D04F-17D8-491F-9431-35793FC42097}" type="pres">
      <dgm:prSet presAssocID="{267883B9-568D-4F12-99E8-744F18EC1A8C}" presName="descendantText" presStyleLbl="alignAccFollowNode1" presStyleIdx="0" presStyleCnt="2">
        <dgm:presLayoutVars>
          <dgm:bulletEnabled val="1"/>
        </dgm:presLayoutVars>
      </dgm:prSet>
      <dgm:spPr/>
    </dgm:pt>
    <dgm:pt modelId="{DCACE73D-F866-4A5F-81FC-6C8B0D0340CE}" type="pres">
      <dgm:prSet presAssocID="{8C720C96-7E93-45C1-8106-E76A758953CA}" presName="sp" presStyleCnt="0"/>
      <dgm:spPr/>
    </dgm:pt>
    <dgm:pt modelId="{10AA1301-AC8D-4052-895C-68EA62EF4DE1}" type="pres">
      <dgm:prSet presAssocID="{CD3F1735-DD01-4C5D-B396-B42D46E76D23}" presName="linNode" presStyleCnt="0"/>
      <dgm:spPr/>
    </dgm:pt>
    <dgm:pt modelId="{2B5B9746-70CA-47E0-A57B-915763E3BB82}" type="pres">
      <dgm:prSet presAssocID="{CD3F1735-DD01-4C5D-B396-B42D46E76D23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1CB188A2-E591-4A27-9C86-163AFDF7C330}" type="pres">
      <dgm:prSet presAssocID="{CD3F1735-DD01-4C5D-B396-B42D46E76D23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0FBCB406-AFA4-448E-9347-1C1B4CF1D443}" type="presOf" srcId="{1F045F82-FEA6-41B7-9BD8-6AD0318FA41C}" destId="{A004D04F-17D8-491F-9431-35793FC42097}" srcOrd="0" destOrd="0" presId="urn:microsoft.com/office/officeart/2005/8/layout/vList5"/>
    <dgm:cxn modelId="{D3099208-6192-4F1F-99D1-A469D1CC50B0}" srcId="{2F9FE9B3-2813-4664-B513-DF176A2F8DE8}" destId="{CD3F1735-DD01-4C5D-B396-B42D46E76D23}" srcOrd="1" destOrd="0" parTransId="{6AA30711-FDCC-453D-8BF1-948C48236CC8}" sibTransId="{5C40B629-19D1-4898-B383-F711C64068EF}"/>
    <dgm:cxn modelId="{99302F17-3475-4F76-B157-93AA0FF19155}" type="presOf" srcId="{267883B9-568D-4F12-99E8-744F18EC1A8C}" destId="{698CABC2-8E34-437D-933D-130176586231}" srcOrd="0" destOrd="0" presId="urn:microsoft.com/office/officeart/2005/8/layout/vList5"/>
    <dgm:cxn modelId="{B68CF53A-8B12-4B56-A0FE-B6B07F4F3B12}" type="presOf" srcId="{9BB841FB-8308-480C-9DE8-5B84DFDBEFE9}" destId="{1CB188A2-E591-4A27-9C86-163AFDF7C330}" srcOrd="0" destOrd="0" presId="urn:microsoft.com/office/officeart/2005/8/layout/vList5"/>
    <dgm:cxn modelId="{15982E82-8E52-457F-836A-37E052714FF7}" srcId="{2F9FE9B3-2813-4664-B513-DF176A2F8DE8}" destId="{267883B9-568D-4F12-99E8-744F18EC1A8C}" srcOrd="0" destOrd="0" parTransId="{57085A26-1BCA-4137-BDF0-F73F17F74B23}" sibTransId="{8C720C96-7E93-45C1-8106-E76A758953CA}"/>
    <dgm:cxn modelId="{FE3CB38A-9020-4A37-8576-8BDC07E17BC1}" srcId="{267883B9-568D-4F12-99E8-744F18EC1A8C}" destId="{1F045F82-FEA6-41B7-9BD8-6AD0318FA41C}" srcOrd="0" destOrd="0" parTransId="{602998F7-AE92-4567-8D1D-B8D8F5E03B7A}" sibTransId="{705B18E0-40E5-4761-88A2-6F6FDDBDEB80}"/>
    <dgm:cxn modelId="{D3B8E895-15B6-4821-A58D-A5FA009B746C}" type="presOf" srcId="{CD3F1735-DD01-4C5D-B396-B42D46E76D23}" destId="{2B5B9746-70CA-47E0-A57B-915763E3BB82}" srcOrd="0" destOrd="0" presId="urn:microsoft.com/office/officeart/2005/8/layout/vList5"/>
    <dgm:cxn modelId="{67679F9D-C319-4ED8-A98F-93FB161F9970}" type="presOf" srcId="{2F9FE9B3-2813-4664-B513-DF176A2F8DE8}" destId="{BEBBB3CC-D032-48D6-A95E-F6080E79683C}" srcOrd="0" destOrd="0" presId="urn:microsoft.com/office/officeart/2005/8/layout/vList5"/>
    <dgm:cxn modelId="{D3B3F9EA-D7D4-4F8B-9B35-AA9558450FAB}" srcId="{CD3F1735-DD01-4C5D-B396-B42D46E76D23}" destId="{9BB841FB-8308-480C-9DE8-5B84DFDBEFE9}" srcOrd="0" destOrd="0" parTransId="{239F691B-70B4-44DE-9282-6F6E680E2B21}" sibTransId="{045D8F76-0E69-47FD-9DFA-A4E91CE40281}"/>
    <dgm:cxn modelId="{17EC5E84-0BF7-4752-9F34-DBF2767FABC5}" type="presParOf" srcId="{BEBBB3CC-D032-48D6-A95E-F6080E79683C}" destId="{D4CC982D-E82D-44A5-ACAC-851901902A49}" srcOrd="0" destOrd="0" presId="urn:microsoft.com/office/officeart/2005/8/layout/vList5"/>
    <dgm:cxn modelId="{2B280238-42C0-4058-94F5-62E5E8C67A87}" type="presParOf" srcId="{D4CC982D-E82D-44A5-ACAC-851901902A49}" destId="{698CABC2-8E34-437D-933D-130176586231}" srcOrd="0" destOrd="0" presId="urn:microsoft.com/office/officeart/2005/8/layout/vList5"/>
    <dgm:cxn modelId="{1EF23198-2CF0-4C35-890F-853C235925BE}" type="presParOf" srcId="{D4CC982D-E82D-44A5-ACAC-851901902A49}" destId="{A004D04F-17D8-491F-9431-35793FC42097}" srcOrd="1" destOrd="0" presId="urn:microsoft.com/office/officeart/2005/8/layout/vList5"/>
    <dgm:cxn modelId="{DE5355F2-0E46-46DA-A864-066CF68D3DC1}" type="presParOf" srcId="{BEBBB3CC-D032-48D6-A95E-F6080E79683C}" destId="{DCACE73D-F866-4A5F-81FC-6C8B0D0340CE}" srcOrd="1" destOrd="0" presId="urn:microsoft.com/office/officeart/2005/8/layout/vList5"/>
    <dgm:cxn modelId="{0D39D642-D1E3-4952-AB67-6D22294DF2A4}" type="presParOf" srcId="{BEBBB3CC-D032-48D6-A95E-F6080E79683C}" destId="{10AA1301-AC8D-4052-895C-68EA62EF4DE1}" srcOrd="2" destOrd="0" presId="urn:microsoft.com/office/officeart/2005/8/layout/vList5"/>
    <dgm:cxn modelId="{8CC5A127-3F07-48DD-A025-7DE1F947424F}" type="presParOf" srcId="{10AA1301-AC8D-4052-895C-68EA62EF4DE1}" destId="{2B5B9746-70CA-47E0-A57B-915763E3BB82}" srcOrd="0" destOrd="0" presId="urn:microsoft.com/office/officeart/2005/8/layout/vList5"/>
    <dgm:cxn modelId="{8E67B45A-B0AC-4D39-A534-C8761599B731}" type="presParOf" srcId="{10AA1301-AC8D-4052-895C-68EA62EF4DE1}" destId="{1CB188A2-E591-4A27-9C86-163AFDF7C33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AE51DAA-2137-4B02-B21F-2AE4FA664C37}" type="doc">
      <dgm:prSet loTypeId="urn:microsoft.com/office/officeart/2005/8/layout/list1" loCatId="list" qsTypeId="urn:microsoft.com/office/officeart/2005/8/quickstyle/simple2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7EBA491-C924-439E-A30E-A77D593A1C37}">
      <dgm:prSet/>
      <dgm:spPr/>
      <dgm:t>
        <a:bodyPr/>
        <a:lstStyle/>
        <a:p>
          <a:r>
            <a:rPr lang="en-US"/>
            <a:t>In </a:t>
          </a:r>
          <a:r>
            <a:rPr lang="en-US" b="1"/>
            <a:t>VS Code</a:t>
          </a:r>
          <a:r>
            <a:rPr lang="en-US"/>
            <a:t>, create a new file. Name the file as:</a:t>
          </a:r>
        </a:p>
      </dgm:t>
    </dgm:pt>
    <dgm:pt modelId="{3C8E9B7F-24DF-4A67-A957-D115E8508B54}" type="parTrans" cxnId="{DC0BA502-C595-490F-AE74-4D3E56A609D7}">
      <dgm:prSet/>
      <dgm:spPr/>
      <dgm:t>
        <a:bodyPr/>
        <a:lstStyle/>
        <a:p>
          <a:endParaRPr lang="en-US"/>
        </a:p>
      </dgm:t>
    </dgm:pt>
    <dgm:pt modelId="{3E106184-DF92-49F3-8D3E-13BFC4974D20}" type="sibTrans" cxnId="{DC0BA502-C595-490F-AE74-4D3E56A609D7}">
      <dgm:prSet/>
      <dgm:spPr/>
      <dgm:t>
        <a:bodyPr/>
        <a:lstStyle/>
        <a:p>
          <a:endParaRPr lang="en-US"/>
        </a:p>
      </dgm:t>
    </dgm:pt>
    <dgm:pt modelId="{287C2D7B-A481-47FA-BD24-00CB44DE2E21}">
      <dgm:prSet/>
      <dgm:spPr/>
      <dgm:t>
        <a:bodyPr/>
        <a:lstStyle/>
        <a:p>
          <a:r>
            <a:rPr lang="en-US" b="1"/>
            <a:t>StudentContext.cs</a:t>
          </a:r>
          <a:endParaRPr lang="en-US"/>
        </a:p>
      </dgm:t>
    </dgm:pt>
    <dgm:pt modelId="{58D4D141-78A3-4F28-8BDD-3003B01DC077}" type="parTrans" cxnId="{6A4F855F-7D00-46AE-A07E-49953828557A}">
      <dgm:prSet/>
      <dgm:spPr/>
      <dgm:t>
        <a:bodyPr/>
        <a:lstStyle/>
        <a:p>
          <a:endParaRPr lang="en-US"/>
        </a:p>
      </dgm:t>
    </dgm:pt>
    <dgm:pt modelId="{18FCAD0E-D770-420B-94AE-ADB840129E99}" type="sibTrans" cxnId="{6A4F855F-7D00-46AE-A07E-49953828557A}">
      <dgm:prSet/>
      <dgm:spPr/>
      <dgm:t>
        <a:bodyPr/>
        <a:lstStyle/>
        <a:p>
          <a:endParaRPr lang="en-US"/>
        </a:p>
      </dgm:t>
    </dgm:pt>
    <dgm:pt modelId="{F7F0DC74-3378-449A-91D2-29F4CAD4FE31}">
      <dgm:prSet/>
      <dgm:spPr/>
      <dgm:t>
        <a:bodyPr/>
        <a:lstStyle/>
        <a:p>
          <a:r>
            <a:rPr lang="en-US"/>
            <a:t>Add the following code:</a:t>
          </a:r>
        </a:p>
      </dgm:t>
    </dgm:pt>
    <dgm:pt modelId="{3588CCC0-52E4-4737-BC81-98B3F1B139C7}" type="parTrans" cxnId="{B5E307B8-8304-44AC-8BB9-8C6383F395E4}">
      <dgm:prSet/>
      <dgm:spPr/>
      <dgm:t>
        <a:bodyPr/>
        <a:lstStyle/>
        <a:p>
          <a:endParaRPr lang="en-US"/>
        </a:p>
      </dgm:t>
    </dgm:pt>
    <dgm:pt modelId="{C52CA768-2B96-44AB-BE94-810E7D2E8611}" type="sibTrans" cxnId="{B5E307B8-8304-44AC-8BB9-8C6383F395E4}">
      <dgm:prSet/>
      <dgm:spPr/>
      <dgm:t>
        <a:bodyPr/>
        <a:lstStyle/>
        <a:p>
          <a:endParaRPr lang="en-US"/>
        </a:p>
      </dgm:t>
    </dgm:pt>
    <dgm:pt modelId="{3E621D5E-CE55-42CE-9CDA-072CDA781F11}">
      <dgm:prSet/>
      <dgm:spPr/>
      <dgm:t>
        <a:bodyPr/>
        <a:lstStyle/>
        <a:p>
          <a:pPr>
            <a:buNone/>
          </a:pPr>
          <a:r>
            <a:rPr lang="en-US" dirty="0"/>
            <a:t>using </a:t>
          </a:r>
          <a:r>
            <a:rPr lang="en-US" dirty="0" err="1"/>
            <a:t>Microsoft.EntityFrameworkCore</a:t>
          </a:r>
          <a:r>
            <a:rPr lang="en-US" dirty="0"/>
            <a:t>;</a:t>
          </a:r>
        </a:p>
      </dgm:t>
    </dgm:pt>
    <dgm:pt modelId="{C9365870-88FA-4AD6-A4BF-6627D6C9548D}" type="parTrans" cxnId="{AAECA926-C588-4DDF-9D2B-1E3AE2FA85FF}">
      <dgm:prSet/>
      <dgm:spPr/>
      <dgm:t>
        <a:bodyPr/>
        <a:lstStyle/>
        <a:p>
          <a:endParaRPr lang="en-US"/>
        </a:p>
      </dgm:t>
    </dgm:pt>
    <dgm:pt modelId="{BEAE17A2-D4D6-4D3C-89F4-DD406C83ACE6}" type="sibTrans" cxnId="{AAECA926-C588-4DDF-9D2B-1E3AE2FA85FF}">
      <dgm:prSet/>
      <dgm:spPr/>
      <dgm:t>
        <a:bodyPr/>
        <a:lstStyle/>
        <a:p>
          <a:endParaRPr lang="en-US"/>
        </a:p>
      </dgm:t>
    </dgm:pt>
    <dgm:pt modelId="{043FF056-F9B0-4C1A-B0D0-D9555DA038FB}">
      <dgm:prSet/>
      <dgm:spPr/>
      <dgm:t>
        <a:bodyPr/>
        <a:lstStyle/>
        <a:p>
          <a:pPr>
            <a:buNone/>
          </a:pPr>
          <a:r>
            <a:rPr lang="en-US"/>
            <a:t>public class StudentContext : DbContext</a:t>
          </a:r>
        </a:p>
      </dgm:t>
    </dgm:pt>
    <dgm:pt modelId="{2388F9AC-DC7A-4039-B702-0D2A43A909B2}" type="parTrans" cxnId="{C21392BB-3CA7-4E50-A8FD-9BC2A4473DCF}">
      <dgm:prSet/>
      <dgm:spPr/>
      <dgm:t>
        <a:bodyPr/>
        <a:lstStyle/>
        <a:p>
          <a:endParaRPr lang="en-US"/>
        </a:p>
      </dgm:t>
    </dgm:pt>
    <dgm:pt modelId="{BA1E2EBB-B59A-4CA9-A948-F0E0A34395DD}" type="sibTrans" cxnId="{C21392BB-3CA7-4E50-A8FD-9BC2A4473DCF}">
      <dgm:prSet/>
      <dgm:spPr/>
      <dgm:t>
        <a:bodyPr/>
        <a:lstStyle/>
        <a:p>
          <a:endParaRPr lang="en-US"/>
        </a:p>
      </dgm:t>
    </dgm:pt>
    <dgm:pt modelId="{BE4740A6-8035-4D42-B50A-178589754772}">
      <dgm:prSet/>
      <dgm:spPr/>
      <dgm:t>
        <a:bodyPr/>
        <a:lstStyle/>
        <a:p>
          <a:pPr>
            <a:buNone/>
          </a:pPr>
          <a:r>
            <a:rPr lang="en-US"/>
            <a:t>{</a:t>
          </a:r>
        </a:p>
      </dgm:t>
    </dgm:pt>
    <dgm:pt modelId="{66784961-34FB-4C67-B083-27CA958DD869}" type="parTrans" cxnId="{6776551F-4A7E-4D93-A26B-5448659811B1}">
      <dgm:prSet/>
      <dgm:spPr/>
      <dgm:t>
        <a:bodyPr/>
        <a:lstStyle/>
        <a:p>
          <a:endParaRPr lang="en-US"/>
        </a:p>
      </dgm:t>
    </dgm:pt>
    <dgm:pt modelId="{4AEA3574-DAED-4376-ABA1-971D25C0A5BA}" type="sibTrans" cxnId="{6776551F-4A7E-4D93-A26B-5448659811B1}">
      <dgm:prSet/>
      <dgm:spPr/>
      <dgm:t>
        <a:bodyPr/>
        <a:lstStyle/>
        <a:p>
          <a:endParaRPr lang="en-US"/>
        </a:p>
      </dgm:t>
    </dgm:pt>
    <dgm:pt modelId="{6687D889-E6A9-46D8-9767-7DED37DD5700}">
      <dgm:prSet/>
      <dgm:spPr/>
      <dgm:t>
        <a:bodyPr/>
        <a:lstStyle/>
        <a:p>
          <a:pPr>
            <a:buNone/>
          </a:pPr>
          <a:r>
            <a:rPr lang="en-US" dirty="0"/>
            <a:t>public </a:t>
          </a:r>
          <a:r>
            <a:rPr lang="en-US" dirty="0" err="1"/>
            <a:t>DbSet</a:t>
          </a:r>
          <a:r>
            <a:rPr lang="en-US" dirty="0"/>
            <a:t>&lt;Student&gt; Students { get; set; }</a:t>
          </a:r>
        </a:p>
      </dgm:t>
    </dgm:pt>
    <dgm:pt modelId="{14E60AEE-1A8B-4811-9F2B-9501DE2E6357}" type="parTrans" cxnId="{43BBD912-FD4F-46EE-9952-BD878E0AEAD0}">
      <dgm:prSet/>
      <dgm:spPr/>
      <dgm:t>
        <a:bodyPr/>
        <a:lstStyle/>
        <a:p>
          <a:endParaRPr lang="en-US"/>
        </a:p>
      </dgm:t>
    </dgm:pt>
    <dgm:pt modelId="{874BFBE0-9FBD-4C46-B4A2-C8601A982160}" type="sibTrans" cxnId="{43BBD912-FD4F-46EE-9952-BD878E0AEAD0}">
      <dgm:prSet/>
      <dgm:spPr/>
      <dgm:t>
        <a:bodyPr/>
        <a:lstStyle/>
        <a:p>
          <a:endParaRPr lang="en-US"/>
        </a:p>
      </dgm:t>
    </dgm:pt>
    <dgm:pt modelId="{585418A3-BEF9-4190-B4BC-5262D4E85841}">
      <dgm:prSet/>
      <dgm:spPr/>
      <dgm:t>
        <a:bodyPr/>
        <a:lstStyle/>
        <a:p>
          <a:pPr>
            <a:buNone/>
          </a:pPr>
          <a:r>
            <a:rPr lang="en-US" dirty="0"/>
            <a:t>protected override void </a:t>
          </a:r>
          <a:r>
            <a:rPr lang="en-US" dirty="0" err="1"/>
            <a:t>OnConfiguring</a:t>
          </a:r>
          <a:r>
            <a:rPr lang="en-US" dirty="0"/>
            <a:t>(</a:t>
          </a:r>
          <a:r>
            <a:rPr lang="en-US" dirty="0" err="1"/>
            <a:t>DbContextOptionsBuilder</a:t>
          </a:r>
          <a:r>
            <a:rPr lang="en-US" dirty="0"/>
            <a:t> </a:t>
          </a:r>
          <a:r>
            <a:rPr lang="en-US" dirty="0" err="1"/>
            <a:t>optionsBuilder</a:t>
          </a:r>
          <a:r>
            <a:rPr lang="en-US" dirty="0"/>
            <a:t>)</a:t>
          </a:r>
        </a:p>
      </dgm:t>
    </dgm:pt>
    <dgm:pt modelId="{1D1E211D-6156-453D-A9AF-C49CACC87F7C}" type="parTrans" cxnId="{AECB64C0-4CAA-47BC-894C-5E7C3D7D517A}">
      <dgm:prSet/>
      <dgm:spPr/>
      <dgm:t>
        <a:bodyPr/>
        <a:lstStyle/>
        <a:p>
          <a:endParaRPr lang="en-US"/>
        </a:p>
      </dgm:t>
    </dgm:pt>
    <dgm:pt modelId="{EFD30F1A-3612-48A8-95B9-728C69529FFB}" type="sibTrans" cxnId="{AECB64C0-4CAA-47BC-894C-5E7C3D7D517A}">
      <dgm:prSet/>
      <dgm:spPr/>
      <dgm:t>
        <a:bodyPr/>
        <a:lstStyle/>
        <a:p>
          <a:endParaRPr lang="en-US"/>
        </a:p>
      </dgm:t>
    </dgm:pt>
    <dgm:pt modelId="{171EE763-BD61-4DEF-AD94-A801018B3465}">
      <dgm:prSet/>
      <dgm:spPr/>
      <dgm:t>
        <a:bodyPr/>
        <a:lstStyle/>
        <a:p>
          <a:pPr>
            <a:buNone/>
          </a:pPr>
          <a:r>
            <a:rPr lang="en-US"/>
            <a:t>{</a:t>
          </a:r>
        </a:p>
      </dgm:t>
    </dgm:pt>
    <dgm:pt modelId="{D51BFD56-30C6-4C04-9310-8DD270A65B5B}" type="parTrans" cxnId="{2477249C-817B-47C4-AAE6-46855955EA0E}">
      <dgm:prSet/>
      <dgm:spPr/>
      <dgm:t>
        <a:bodyPr/>
        <a:lstStyle/>
        <a:p>
          <a:endParaRPr lang="en-US"/>
        </a:p>
      </dgm:t>
    </dgm:pt>
    <dgm:pt modelId="{128A23A4-7486-458C-9305-5B1A3B4A483C}" type="sibTrans" cxnId="{2477249C-817B-47C4-AAE6-46855955EA0E}">
      <dgm:prSet/>
      <dgm:spPr/>
      <dgm:t>
        <a:bodyPr/>
        <a:lstStyle/>
        <a:p>
          <a:endParaRPr lang="en-US"/>
        </a:p>
      </dgm:t>
    </dgm:pt>
    <dgm:pt modelId="{6BED60AC-662D-49CA-99E4-88E977245AC0}">
      <dgm:prSet/>
      <dgm:spPr/>
      <dgm:t>
        <a:bodyPr/>
        <a:lstStyle/>
        <a:p>
          <a:pPr>
            <a:buNone/>
          </a:pPr>
          <a:r>
            <a:rPr lang="en-US" dirty="0" err="1"/>
            <a:t>optionsBuilder.UseNpgsql</a:t>
          </a:r>
          <a:r>
            <a:rPr lang="en-US" dirty="0"/>
            <a:t>(</a:t>
          </a:r>
        </a:p>
      </dgm:t>
    </dgm:pt>
    <dgm:pt modelId="{F3D9C21C-C700-480C-B703-A9F354C3E608}" type="parTrans" cxnId="{11BC4B11-AB45-4B5A-B7F1-F0E37AAFE3C1}">
      <dgm:prSet/>
      <dgm:spPr/>
      <dgm:t>
        <a:bodyPr/>
        <a:lstStyle/>
        <a:p>
          <a:endParaRPr lang="en-US"/>
        </a:p>
      </dgm:t>
    </dgm:pt>
    <dgm:pt modelId="{81657AAF-9689-4682-AEE3-2A85F36974C7}" type="sibTrans" cxnId="{11BC4B11-AB45-4B5A-B7F1-F0E37AAFE3C1}">
      <dgm:prSet/>
      <dgm:spPr/>
      <dgm:t>
        <a:bodyPr/>
        <a:lstStyle/>
        <a:p>
          <a:endParaRPr lang="en-US"/>
        </a:p>
      </dgm:t>
    </dgm:pt>
    <dgm:pt modelId="{0663985E-A8B4-4477-905C-B0AE815EE46E}">
      <dgm:prSet/>
      <dgm:spPr/>
      <dgm:t>
        <a:bodyPr/>
        <a:lstStyle/>
        <a:p>
          <a:pPr>
            <a:buNone/>
          </a:pPr>
          <a:r>
            <a:rPr lang="en-US" dirty="0"/>
            <a:t>"</a:t>
          </a:r>
          <a:r>
            <a:rPr lang="en-US" b="1" dirty="0"/>
            <a:t>Host=</a:t>
          </a:r>
          <a:r>
            <a:rPr lang="en-US" b="1" dirty="0" err="1"/>
            <a:t>localhost;Port</a:t>
          </a:r>
          <a:r>
            <a:rPr lang="en-US" b="1" dirty="0"/>
            <a:t>=5432;Database=</a:t>
          </a:r>
          <a:r>
            <a:rPr lang="en-US" b="1" dirty="0" err="1"/>
            <a:t>bootcamp;Username</a:t>
          </a:r>
          <a:r>
            <a:rPr lang="en-US" b="1" dirty="0"/>
            <a:t>=</a:t>
          </a:r>
          <a:r>
            <a:rPr lang="en-US" b="1" dirty="0" err="1"/>
            <a:t>postgres;Password</a:t>
          </a:r>
          <a:r>
            <a:rPr lang="en-US" b="1" dirty="0"/>
            <a:t>=pa$$w0Rd</a:t>
          </a:r>
          <a:r>
            <a:rPr lang="en-US" dirty="0"/>
            <a:t>"</a:t>
          </a:r>
        </a:p>
      </dgm:t>
    </dgm:pt>
    <dgm:pt modelId="{A56D0B6E-BBA1-42D9-A279-ED1552B4159B}" type="parTrans" cxnId="{0A0B37BE-D47D-40B1-90E2-A9B4796E2D6D}">
      <dgm:prSet/>
      <dgm:spPr/>
      <dgm:t>
        <a:bodyPr/>
        <a:lstStyle/>
        <a:p>
          <a:endParaRPr lang="en-US"/>
        </a:p>
      </dgm:t>
    </dgm:pt>
    <dgm:pt modelId="{3421193B-26C0-4303-A894-3CB78277A529}" type="sibTrans" cxnId="{0A0B37BE-D47D-40B1-90E2-A9B4796E2D6D}">
      <dgm:prSet/>
      <dgm:spPr/>
      <dgm:t>
        <a:bodyPr/>
        <a:lstStyle/>
        <a:p>
          <a:endParaRPr lang="en-US"/>
        </a:p>
      </dgm:t>
    </dgm:pt>
    <dgm:pt modelId="{862A5BF1-7C12-4544-8692-D676212A05BE}">
      <dgm:prSet/>
      <dgm:spPr/>
      <dgm:t>
        <a:bodyPr/>
        <a:lstStyle/>
        <a:p>
          <a:pPr>
            <a:buNone/>
          </a:pPr>
          <a:r>
            <a:rPr lang="en-US"/>
            <a:t>);</a:t>
          </a:r>
        </a:p>
      </dgm:t>
    </dgm:pt>
    <dgm:pt modelId="{1E316E65-902D-45BD-B698-F613A9E7CEF1}" type="parTrans" cxnId="{5D72E689-0259-484D-95EA-F6CF113D01E7}">
      <dgm:prSet/>
      <dgm:spPr/>
      <dgm:t>
        <a:bodyPr/>
        <a:lstStyle/>
        <a:p>
          <a:endParaRPr lang="en-US"/>
        </a:p>
      </dgm:t>
    </dgm:pt>
    <dgm:pt modelId="{BF47A7F1-25BF-4BFF-9FED-895E2D27728B}" type="sibTrans" cxnId="{5D72E689-0259-484D-95EA-F6CF113D01E7}">
      <dgm:prSet/>
      <dgm:spPr/>
      <dgm:t>
        <a:bodyPr/>
        <a:lstStyle/>
        <a:p>
          <a:endParaRPr lang="en-US"/>
        </a:p>
      </dgm:t>
    </dgm:pt>
    <dgm:pt modelId="{0C2617EB-1804-47F1-95F9-59A21CE2C860}">
      <dgm:prSet/>
      <dgm:spPr/>
      <dgm:t>
        <a:bodyPr/>
        <a:lstStyle/>
        <a:p>
          <a:pPr>
            <a:buNone/>
          </a:pPr>
          <a:r>
            <a:rPr lang="en-US" dirty="0"/>
            <a:t>}</a:t>
          </a:r>
        </a:p>
      </dgm:t>
    </dgm:pt>
    <dgm:pt modelId="{94CA51FB-550B-4A00-9037-693FA23E0A79}" type="parTrans" cxnId="{FB0092BB-60F0-49C4-B210-7CA957A45E96}">
      <dgm:prSet/>
      <dgm:spPr/>
      <dgm:t>
        <a:bodyPr/>
        <a:lstStyle/>
        <a:p>
          <a:endParaRPr lang="en-US"/>
        </a:p>
      </dgm:t>
    </dgm:pt>
    <dgm:pt modelId="{A10EF8C0-27E5-41AE-85A1-CDCEB874EE42}" type="sibTrans" cxnId="{FB0092BB-60F0-49C4-B210-7CA957A45E96}">
      <dgm:prSet/>
      <dgm:spPr/>
      <dgm:t>
        <a:bodyPr/>
        <a:lstStyle/>
        <a:p>
          <a:endParaRPr lang="en-US"/>
        </a:p>
      </dgm:t>
    </dgm:pt>
    <dgm:pt modelId="{4475B70F-9812-4BBA-93EF-C0235D0CEE0F}">
      <dgm:prSet/>
      <dgm:spPr/>
      <dgm:t>
        <a:bodyPr/>
        <a:lstStyle/>
        <a:p>
          <a:pPr>
            <a:buNone/>
          </a:pPr>
          <a:r>
            <a:rPr lang="en-US" dirty="0"/>
            <a:t>}</a:t>
          </a:r>
        </a:p>
      </dgm:t>
    </dgm:pt>
    <dgm:pt modelId="{E6565EAF-A856-48CF-8634-8F4B63DAE3CC}" type="parTrans" cxnId="{C9BF4287-D4B8-4C5A-BC2D-9AF018AF70CB}">
      <dgm:prSet/>
      <dgm:spPr/>
      <dgm:t>
        <a:bodyPr/>
        <a:lstStyle/>
        <a:p>
          <a:endParaRPr lang="en-US"/>
        </a:p>
      </dgm:t>
    </dgm:pt>
    <dgm:pt modelId="{ED276387-EF6D-4E87-B52E-CA9414F29738}" type="sibTrans" cxnId="{C9BF4287-D4B8-4C5A-BC2D-9AF018AF70CB}">
      <dgm:prSet/>
      <dgm:spPr/>
      <dgm:t>
        <a:bodyPr/>
        <a:lstStyle/>
        <a:p>
          <a:endParaRPr lang="en-US"/>
        </a:p>
      </dgm:t>
    </dgm:pt>
    <dgm:pt modelId="{9E17F108-1A14-40DD-8EB5-2A031DA31E3E}" type="pres">
      <dgm:prSet presAssocID="{4AE51DAA-2137-4B02-B21F-2AE4FA664C37}" presName="linear" presStyleCnt="0">
        <dgm:presLayoutVars>
          <dgm:dir/>
          <dgm:animLvl val="lvl"/>
          <dgm:resizeHandles val="exact"/>
        </dgm:presLayoutVars>
      </dgm:prSet>
      <dgm:spPr/>
    </dgm:pt>
    <dgm:pt modelId="{C676F168-2EF0-42E0-9110-93E167326990}" type="pres">
      <dgm:prSet presAssocID="{47EBA491-C924-439E-A30E-A77D593A1C37}" presName="parentLin" presStyleCnt="0"/>
      <dgm:spPr/>
    </dgm:pt>
    <dgm:pt modelId="{1E358AD6-B114-469D-8E24-1D90E26BC7C6}" type="pres">
      <dgm:prSet presAssocID="{47EBA491-C924-439E-A30E-A77D593A1C37}" presName="parentLeftMargin" presStyleLbl="node1" presStyleIdx="0" presStyleCnt="2"/>
      <dgm:spPr/>
    </dgm:pt>
    <dgm:pt modelId="{BB6220EC-7C6B-4BF9-B58C-27BF857921CD}" type="pres">
      <dgm:prSet presAssocID="{47EBA491-C924-439E-A30E-A77D593A1C3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831057C-48E0-4BA3-8986-81101C8BE626}" type="pres">
      <dgm:prSet presAssocID="{47EBA491-C924-439E-A30E-A77D593A1C37}" presName="negativeSpace" presStyleCnt="0"/>
      <dgm:spPr/>
    </dgm:pt>
    <dgm:pt modelId="{F301714D-6C04-4814-8D20-A9F4094AC485}" type="pres">
      <dgm:prSet presAssocID="{47EBA491-C924-439E-A30E-A77D593A1C37}" presName="childText" presStyleLbl="conFgAcc1" presStyleIdx="0" presStyleCnt="2">
        <dgm:presLayoutVars>
          <dgm:bulletEnabled val="1"/>
        </dgm:presLayoutVars>
      </dgm:prSet>
      <dgm:spPr/>
    </dgm:pt>
    <dgm:pt modelId="{861CC213-40D1-4975-975B-B6AEFA5BE547}" type="pres">
      <dgm:prSet presAssocID="{3E106184-DF92-49F3-8D3E-13BFC4974D20}" presName="spaceBetweenRectangles" presStyleCnt="0"/>
      <dgm:spPr/>
    </dgm:pt>
    <dgm:pt modelId="{5E7BAEE4-2B6F-4367-8867-C006887557AA}" type="pres">
      <dgm:prSet presAssocID="{F7F0DC74-3378-449A-91D2-29F4CAD4FE31}" presName="parentLin" presStyleCnt="0"/>
      <dgm:spPr/>
    </dgm:pt>
    <dgm:pt modelId="{F7D20043-50A5-43D8-A314-F2B8395B15CB}" type="pres">
      <dgm:prSet presAssocID="{F7F0DC74-3378-449A-91D2-29F4CAD4FE31}" presName="parentLeftMargin" presStyleLbl="node1" presStyleIdx="0" presStyleCnt="2"/>
      <dgm:spPr/>
    </dgm:pt>
    <dgm:pt modelId="{65FF43FB-462A-479D-80B7-57B9309255BC}" type="pres">
      <dgm:prSet presAssocID="{F7F0DC74-3378-449A-91D2-29F4CAD4FE31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C13862F5-121F-4A6A-9E75-9F9C7B76D6AA}" type="pres">
      <dgm:prSet presAssocID="{F7F0DC74-3378-449A-91D2-29F4CAD4FE31}" presName="negativeSpace" presStyleCnt="0"/>
      <dgm:spPr/>
    </dgm:pt>
    <dgm:pt modelId="{600838F4-A011-4F62-9419-820EC5AC7C57}" type="pres">
      <dgm:prSet presAssocID="{F7F0DC74-3378-449A-91D2-29F4CAD4FE31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DC0BA502-C595-490F-AE74-4D3E56A609D7}" srcId="{4AE51DAA-2137-4B02-B21F-2AE4FA664C37}" destId="{47EBA491-C924-439E-A30E-A77D593A1C37}" srcOrd="0" destOrd="0" parTransId="{3C8E9B7F-24DF-4A67-A957-D115E8508B54}" sibTransId="{3E106184-DF92-49F3-8D3E-13BFC4974D20}"/>
    <dgm:cxn modelId="{B8DA1608-CDF7-41D2-861A-EA769D60D76F}" type="presOf" srcId="{585418A3-BEF9-4190-B4BC-5262D4E85841}" destId="{600838F4-A011-4F62-9419-820EC5AC7C57}" srcOrd="0" destOrd="4" presId="urn:microsoft.com/office/officeart/2005/8/layout/list1"/>
    <dgm:cxn modelId="{11BC4B11-AB45-4B5A-B7F1-F0E37AAFE3C1}" srcId="{171EE763-BD61-4DEF-AD94-A801018B3465}" destId="{6BED60AC-662D-49CA-99E4-88E977245AC0}" srcOrd="0" destOrd="0" parTransId="{F3D9C21C-C700-480C-B703-A9F354C3E608}" sibTransId="{81657AAF-9689-4682-AEE3-2A85F36974C7}"/>
    <dgm:cxn modelId="{43BBD912-FD4F-46EE-9952-BD878E0AEAD0}" srcId="{BE4740A6-8035-4D42-B50A-178589754772}" destId="{6687D889-E6A9-46D8-9767-7DED37DD5700}" srcOrd="0" destOrd="0" parTransId="{14E60AEE-1A8B-4811-9F2B-9501DE2E6357}" sibTransId="{874BFBE0-9FBD-4C46-B4A2-C8601A982160}"/>
    <dgm:cxn modelId="{6776551F-4A7E-4D93-A26B-5448659811B1}" srcId="{F7F0DC74-3378-449A-91D2-29F4CAD4FE31}" destId="{BE4740A6-8035-4D42-B50A-178589754772}" srcOrd="2" destOrd="0" parTransId="{66784961-34FB-4C67-B083-27CA958DD869}" sibTransId="{4AEA3574-DAED-4376-ABA1-971D25C0A5BA}"/>
    <dgm:cxn modelId="{AAECA926-C588-4DDF-9D2B-1E3AE2FA85FF}" srcId="{F7F0DC74-3378-449A-91D2-29F4CAD4FE31}" destId="{3E621D5E-CE55-42CE-9CDA-072CDA781F11}" srcOrd="0" destOrd="0" parTransId="{C9365870-88FA-4AD6-A4BF-6627D6C9548D}" sibTransId="{BEAE17A2-D4D6-4D3C-89F4-DD406C83ACE6}"/>
    <dgm:cxn modelId="{9169152D-6BD0-4F5B-84A9-76C84AFE7F37}" type="presOf" srcId="{171EE763-BD61-4DEF-AD94-A801018B3465}" destId="{600838F4-A011-4F62-9419-820EC5AC7C57}" srcOrd="0" destOrd="5" presId="urn:microsoft.com/office/officeart/2005/8/layout/list1"/>
    <dgm:cxn modelId="{CE798D3A-B532-4605-AAD5-D54AB24048A3}" type="presOf" srcId="{6687D889-E6A9-46D8-9767-7DED37DD5700}" destId="{600838F4-A011-4F62-9419-820EC5AC7C57}" srcOrd="0" destOrd="3" presId="urn:microsoft.com/office/officeart/2005/8/layout/list1"/>
    <dgm:cxn modelId="{6A4F855F-7D00-46AE-A07E-49953828557A}" srcId="{47EBA491-C924-439E-A30E-A77D593A1C37}" destId="{287C2D7B-A481-47FA-BD24-00CB44DE2E21}" srcOrd="0" destOrd="0" parTransId="{58D4D141-78A3-4F28-8BDD-3003B01DC077}" sibTransId="{18FCAD0E-D770-420B-94AE-ADB840129E99}"/>
    <dgm:cxn modelId="{666D914C-F131-455C-A981-F7263096033D}" type="presOf" srcId="{4475B70F-9812-4BBA-93EF-C0235D0CEE0F}" destId="{600838F4-A011-4F62-9419-820EC5AC7C57}" srcOrd="0" destOrd="10" presId="urn:microsoft.com/office/officeart/2005/8/layout/list1"/>
    <dgm:cxn modelId="{C89E826E-992B-464C-AEA5-9DA2B4B75B2F}" type="presOf" srcId="{F7F0DC74-3378-449A-91D2-29F4CAD4FE31}" destId="{65FF43FB-462A-479D-80B7-57B9309255BC}" srcOrd="1" destOrd="0" presId="urn:microsoft.com/office/officeart/2005/8/layout/list1"/>
    <dgm:cxn modelId="{58E9A371-B974-4477-85E9-56DF84C11499}" type="presOf" srcId="{0C2617EB-1804-47F1-95F9-59A21CE2C860}" destId="{600838F4-A011-4F62-9419-820EC5AC7C57}" srcOrd="0" destOrd="9" presId="urn:microsoft.com/office/officeart/2005/8/layout/list1"/>
    <dgm:cxn modelId="{67EAFC85-FBAC-483F-A80C-A9EB017C29AE}" type="presOf" srcId="{F7F0DC74-3378-449A-91D2-29F4CAD4FE31}" destId="{F7D20043-50A5-43D8-A314-F2B8395B15CB}" srcOrd="0" destOrd="0" presId="urn:microsoft.com/office/officeart/2005/8/layout/list1"/>
    <dgm:cxn modelId="{C9BF4287-D4B8-4C5A-BC2D-9AF018AF70CB}" srcId="{F7F0DC74-3378-449A-91D2-29F4CAD4FE31}" destId="{4475B70F-9812-4BBA-93EF-C0235D0CEE0F}" srcOrd="3" destOrd="0" parTransId="{E6565EAF-A856-48CF-8634-8F4B63DAE3CC}" sibTransId="{ED276387-EF6D-4E87-B52E-CA9414F29738}"/>
    <dgm:cxn modelId="{5D72E689-0259-484D-95EA-F6CF113D01E7}" srcId="{171EE763-BD61-4DEF-AD94-A801018B3465}" destId="{862A5BF1-7C12-4544-8692-D676212A05BE}" srcOrd="2" destOrd="0" parTransId="{1E316E65-902D-45BD-B698-F613A9E7CEF1}" sibTransId="{BF47A7F1-25BF-4BFF-9FED-895E2D27728B}"/>
    <dgm:cxn modelId="{5DBCC18A-E1F5-45D8-A49C-3EE7FEDD17DF}" type="presOf" srcId="{3E621D5E-CE55-42CE-9CDA-072CDA781F11}" destId="{600838F4-A011-4F62-9419-820EC5AC7C57}" srcOrd="0" destOrd="0" presId="urn:microsoft.com/office/officeart/2005/8/layout/list1"/>
    <dgm:cxn modelId="{91CF2B91-81A6-45E8-AF38-EC58DE972D1F}" type="presOf" srcId="{47EBA491-C924-439E-A30E-A77D593A1C37}" destId="{1E358AD6-B114-469D-8E24-1D90E26BC7C6}" srcOrd="0" destOrd="0" presId="urn:microsoft.com/office/officeart/2005/8/layout/list1"/>
    <dgm:cxn modelId="{2477249C-817B-47C4-AAE6-46855955EA0E}" srcId="{BE4740A6-8035-4D42-B50A-178589754772}" destId="{171EE763-BD61-4DEF-AD94-A801018B3465}" srcOrd="2" destOrd="0" parTransId="{D51BFD56-30C6-4C04-9310-8DD270A65B5B}" sibTransId="{128A23A4-7486-458C-9305-5B1A3B4A483C}"/>
    <dgm:cxn modelId="{9D3106B2-680A-4C3D-98E6-9814F9A1ACD6}" type="presOf" srcId="{287C2D7B-A481-47FA-BD24-00CB44DE2E21}" destId="{F301714D-6C04-4814-8D20-A9F4094AC485}" srcOrd="0" destOrd="0" presId="urn:microsoft.com/office/officeart/2005/8/layout/list1"/>
    <dgm:cxn modelId="{B23F44B3-34AD-47B2-8D42-0FE7B90B2A33}" type="presOf" srcId="{862A5BF1-7C12-4544-8692-D676212A05BE}" destId="{600838F4-A011-4F62-9419-820EC5AC7C57}" srcOrd="0" destOrd="8" presId="urn:microsoft.com/office/officeart/2005/8/layout/list1"/>
    <dgm:cxn modelId="{E2057DB4-7F9A-4428-9F0A-464B9B96623F}" type="presOf" srcId="{BE4740A6-8035-4D42-B50A-178589754772}" destId="{600838F4-A011-4F62-9419-820EC5AC7C57}" srcOrd="0" destOrd="2" presId="urn:microsoft.com/office/officeart/2005/8/layout/list1"/>
    <dgm:cxn modelId="{B5E307B8-8304-44AC-8BB9-8C6383F395E4}" srcId="{4AE51DAA-2137-4B02-B21F-2AE4FA664C37}" destId="{F7F0DC74-3378-449A-91D2-29F4CAD4FE31}" srcOrd="1" destOrd="0" parTransId="{3588CCC0-52E4-4737-BC81-98B3F1B139C7}" sibTransId="{C52CA768-2B96-44AB-BE94-810E7D2E8611}"/>
    <dgm:cxn modelId="{FB0092BB-60F0-49C4-B210-7CA957A45E96}" srcId="{BE4740A6-8035-4D42-B50A-178589754772}" destId="{0C2617EB-1804-47F1-95F9-59A21CE2C860}" srcOrd="3" destOrd="0" parTransId="{94CA51FB-550B-4A00-9037-693FA23E0A79}" sibTransId="{A10EF8C0-27E5-41AE-85A1-CDCEB874EE42}"/>
    <dgm:cxn modelId="{C21392BB-3CA7-4E50-A8FD-9BC2A4473DCF}" srcId="{F7F0DC74-3378-449A-91D2-29F4CAD4FE31}" destId="{043FF056-F9B0-4C1A-B0D0-D9555DA038FB}" srcOrd="1" destOrd="0" parTransId="{2388F9AC-DC7A-4039-B702-0D2A43A909B2}" sibTransId="{BA1E2EBB-B59A-4CA9-A948-F0E0A34395DD}"/>
    <dgm:cxn modelId="{0A0B37BE-D47D-40B1-90E2-A9B4796E2D6D}" srcId="{171EE763-BD61-4DEF-AD94-A801018B3465}" destId="{0663985E-A8B4-4477-905C-B0AE815EE46E}" srcOrd="1" destOrd="0" parTransId="{A56D0B6E-BBA1-42D9-A279-ED1552B4159B}" sibTransId="{3421193B-26C0-4303-A894-3CB78277A529}"/>
    <dgm:cxn modelId="{AECB64C0-4CAA-47BC-894C-5E7C3D7D517A}" srcId="{BE4740A6-8035-4D42-B50A-178589754772}" destId="{585418A3-BEF9-4190-B4BC-5262D4E85841}" srcOrd="1" destOrd="0" parTransId="{1D1E211D-6156-453D-A9AF-C49CACC87F7C}" sibTransId="{EFD30F1A-3612-48A8-95B9-728C69529FFB}"/>
    <dgm:cxn modelId="{193B3DD6-94BC-4A06-9804-0062960BBED1}" type="presOf" srcId="{043FF056-F9B0-4C1A-B0D0-D9555DA038FB}" destId="{600838F4-A011-4F62-9419-820EC5AC7C57}" srcOrd="0" destOrd="1" presId="urn:microsoft.com/office/officeart/2005/8/layout/list1"/>
    <dgm:cxn modelId="{69E243D6-7416-42FE-86CB-0B260B8AA218}" type="presOf" srcId="{47EBA491-C924-439E-A30E-A77D593A1C37}" destId="{BB6220EC-7C6B-4BF9-B58C-27BF857921CD}" srcOrd="1" destOrd="0" presId="urn:microsoft.com/office/officeart/2005/8/layout/list1"/>
    <dgm:cxn modelId="{91AC52F3-0019-4DA7-B97E-32931AF2ACB7}" type="presOf" srcId="{6BED60AC-662D-49CA-99E4-88E977245AC0}" destId="{600838F4-A011-4F62-9419-820EC5AC7C57}" srcOrd="0" destOrd="6" presId="urn:microsoft.com/office/officeart/2005/8/layout/list1"/>
    <dgm:cxn modelId="{13229CF6-CE7D-4F1F-A03E-71A423CABBB3}" type="presOf" srcId="{4AE51DAA-2137-4B02-B21F-2AE4FA664C37}" destId="{9E17F108-1A14-40DD-8EB5-2A031DA31E3E}" srcOrd="0" destOrd="0" presId="urn:microsoft.com/office/officeart/2005/8/layout/list1"/>
    <dgm:cxn modelId="{A20C1EFE-4606-4527-8743-73E278113DED}" type="presOf" srcId="{0663985E-A8B4-4477-905C-B0AE815EE46E}" destId="{600838F4-A011-4F62-9419-820EC5AC7C57}" srcOrd="0" destOrd="7" presId="urn:microsoft.com/office/officeart/2005/8/layout/list1"/>
    <dgm:cxn modelId="{C6CBD922-C759-4071-937E-EB401EEC185B}" type="presParOf" srcId="{9E17F108-1A14-40DD-8EB5-2A031DA31E3E}" destId="{C676F168-2EF0-42E0-9110-93E167326990}" srcOrd="0" destOrd="0" presId="urn:microsoft.com/office/officeart/2005/8/layout/list1"/>
    <dgm:cxn modelId="{855BFBF6-44CF-46B9-B197-221E86505F5A}" type="presParOf" srcId="{C676F168-2EF0-42E0-9110-93E167326990}" destId="{1E358AD6-B114-469D-8E24-1D90E26BC7C6}" srcOrd="0" destOrd="0" presId="urn:microsoft.com/office/officeart/2005/8/layout/list1"/>
    <dgm:cxn modelId="{721F00BE-3EEC-47BC-9A0E-858E10E901FD}" type="presParOf" srcId="{C676F168-2EF0-42E0-9110-93E167326990}" destId="{BB6220EC-7C6B-4BF9-B58C-27BF857921CD}" srcOrd="1" destOrd="0" presId="urn:microsoft.com/office/officeart/2005/8/layout/list1"/>
    <dgm:cxn modelId="{F53834C3-E928-494A-9719-F80480667B27}" type="presParOf" srcId="{9E17F108-1A14-40DD-8EB5-2A031DA31E3E}" destId="{3831057C-48E0-4BA3-8986-81101C8BE626}" srcOrd="1" destOrd="0" presId="urn:microsoft.com/office/officeart/2005/8/layout/list1"/>
    <dgm:cxn modelId="{84BE40C4-220E-477A-B7DD-CF352EBC9502}" type="presParOf" srcId="{9E17F108-1A14-40DD-8EB5-2A031DA31E3E}" destId="{F301714D-6C04-4814-8D20-A9F4094AC485}" srcOrd="2" destOrd="0" presId="urn:microsoft.com/office/officeart/2005/8/layout/list1"/>
    <dgm:cxn modelId="{4229470D-09D8-48C8-9768-CD5328C39BF5}" type="presParOf" srcId="{9E17F108-1A14-40DD-8EB5-2A031DA31E3E}" destId="{861CC213-40D1-4975-975B-B6AEFA5BE547}" srcOrd="3" destOrd="0" presId="urn:microsoft.com/office/officeart/2005/8/layout/list1"/>
    <dgm:cxn modelId="{1AA29FA4-3EA5-4917-B1EC-22D63A1BF01F}" type="presParOf" srcId="{9E17F108-1A14-40DD-8EB5-2A031DA31E3E}" destId="{5E7BAEE4-2B6F-4367-8867-C006887557AA}" srcOrd="4" destOrd="0" presId="urn:microsoft.com/office/officeart/2005/8/layout/list1"/>
    <dgm:cxn modelId="{36C2600D-74F4-4FCC-B143-E3D09DE9A475}" type="presParOf" srcId="{5E7BAEE4-2B6F-4367-8867-C006887557AA}" destId="{F7D20043-50A5-43D8-A314-F2B8395B15CB}" srcOrd="0" destOrd="0" presId="urn:microsoft.com/office/officeart/2005/8/layout/list1"/>
    <dgm:cxn modelId="{27F76B58-1C64-44C3-90C3-12BFB1EC9672}" type="presParOf" srcId="{5E7BAEE4-2B6F-4367-8867-C006887557AA}" destId="{65FF43FB-462A-479D-80B7-57B9309255BC}" srcOrd="1" destOrd="0" presId="urn:microsoft.com/office/officeart/2005/8/layout/list1"/>
    <dgm:cxn modelId="{ADCA680D-B668-43CC-B3EE-AE86DB133F53}" type="presParOf" srcId="{9E17F108-1A14-40DD-8EB5-2A031DA31E3E}" destId="{C13862F5-121F-4A6A-9E75-9F9C7B76D6AA}" srcOrd="5" destOrd="0" presId="urn:microsoft.com/office/officeart/2005/8/layout/list1"/>
    <dgm:cxn modelId="{4A86CD64-A615-4BC7-8CCD-392362CA5A32}" type="presParOf" srcId="{9E17F108-1A14-40DD-8EB5-2A031DA31E3E}" destId="{600838F4-A011-4F62-9419-820EC5AC7C57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F9FE9B3-2813-4664-B513-DF176A2F8DE8}" type="doc">
      <dgm:prSet loTypeId="urn:microsoft.com/office/officeart/2005/8/layout/vList5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67883B9-568D-4F12-99E8-744F18EC1A8C}">
      <dgm:prSet/>
      <dgm:spPr/>
      <dgm:t>
        <a:bodyPr/>
        <a:lstStyle/>
        <a:p>
          <a:r>
            <a:rPr lang="en-US" dirty="0"/>
            <a:t>In </a:t>
          </a:r>
          <a:r>
            <a:rPr lang="en-US" b="1" dirty="0"/>
            <a:t>VS Code</a:t>
          </a:r>
          <a:r>
            <a:rPr lang="en-US" dirty="0"/>
            <a:t>, create a new file. Name the file as:</a:t>
          </a:r>
        </a:p>
      </dgm:t>
    </dgm:pt>
    <dgm:pt modelId="{57085A26-1BCA-4137-BDF0-F73F17F74B23}" type="parTrans" cxnId="{15982E82-8E52-457F-836A-37E052714FF7}">
      <dgm:prSet/>
      <dgm:spPr/>
      <dgm:t>
        <a:bodyPr/>
        <a:lstStyle/>
        <a:p>
          <a:endParaRPr lang="en-US"/>
        </a:p>
      </dgm:t>
    </dgm:pt>
    <dgm:pt modelId="{8C720C96-7E93-45C1-8106-E76A758953CA}" type="sibTrans" cxnId="{15982E82-8E52-457F-836A-37E052714FF7}">
      <dgm:prSet/>
      <dgm:spPr/>
      <dgm:t>
        <a:bodyPr/>
        <a:lstStyle/>
        <a:p>
          <a:endParaRPr lang="en-US"/>
        </a:p>
      </dgm:t>
    </dgm:pt>
    <dgm:pt modelId="{1F045F82-FEA6-41B7-9BD8-6AD0318FA41C}">
      <dgm:prSet/>
      <dgm:spPr/>
      <dgm:t>
        <a:bodyPr/>
        <a:lstStyle/>
        <a:p>
          <a:r>
            <a:rPr lang="en-US" b="1" dirty="0" err="1"/>
            <a:t>Course.cs</a:t>
          </a:r>
          <a:endParaRPr lang="en-US" dirty="0"/>
        </a:p>
      </dgm:t>
    </dgm:pt>
    <dgm:pt modelId="{602998F7-AE92-4567-8D1D-B8D8F5E03B7A}" type="parTrans" cxnId="{FE3CB38A-9020-4A37-8576-8BDC07E17BC1}">
      <dgm:prSet/>
      <dgm:spPr/>
      <dgm:t>
        <a:bodyPr/>
        <a:lstStyle/>
        <a:p>
          <a:endParaRPr lang="en-US"/>
        </a:p>
      </dgm:t>
    </dgm:pt>
    <dgm:pt modelId="{705B18E0-40E5-4761-88A2-6F6FDDBDEB80}" type="sibTrans" cxnId="{FE3CB38A-9020-4A37-8576-8BDC07E17BC1}">
      <dgm:prSet/>
      <dgm:spPr/>
      <dgm:t>
        <a:bodyPr/>
        <a:lstStyle/>
        <a:p>
          <a:endParaRPr lang="en-US"/>
        </a:p>
      </dgm:t>
    </dgm:pt>
    <dgm:pt modelId="{CD3F1735-DD01-4C5D-B396-B42D46E76D23}">
      <dgm:prSet/>
      <dgm:spPr/>
      <dgm:t>
        <a:bodyPr/>
        <a:lstStyle/>
        <a:p>
          <a:r>
            <a:rPr lang="en-US" dirty="0"/>
            <a:t>Add the following code:</a:t>
          </a:r>
        </a:p>
      </dgm:t>
    </dgm:pt>
    <dgm:pt modelId="{6AA30711-FDCC-453D-8BF1-948C48236CC8}" type="parTrans" cxnId="{D3099208-6192-4F1F-99D1-A469D1CC50B0}">
      <dgm:prSet/>
      <dgm:spPr/>
      <dgm:t>
        <a:bodyPr/>
        <a:lstStyle/>
        <a:p>
          <a:endParaRPr lang="en-US"/>
        </a:p>
      </dgm:t>
    </dgm:pt>
    <dgm:pt modelId="{5C40B629-19D1-4898-B383-F711C64068EF}" type="sibTrans" cxnId="{D3099208-6192-4F1F-99D1-A469D1CC50B0}">
      <dgm:prSet/>
      <dgm:spPr/>
      <dgm:t>
        <a:bodyPr/>
        <a:lstStyle/>
        <a:p>
          <a:endParaRPr lang="en-US"/>
        </a:p>
      </dgm:t>
    </dgm:pt>
    <dgm:pt modelId="{9BB841FB-8308-480C-9DE8-5B84DFDBEFE9}">
      <dgm:prSet/>
      <dgm:spPr/>
      <dgm:t>
        <a:bodyPr/>
        <a:lstStyle/>
        <a:p>
          <a:r>
            <a:rPr lang="en-US" dirty="0"/>
            <a:t>public class </a:t>
          </a:r>
          <a:r>
            <a:rPr lang="en-US" b="1" dirty="0"/>
            <a:t>Course</a:t>
          </a:r>
          <a:br>
            <a:rPr lang="en-US" dirty="0"/>
          </a:br>
          <a:r>
            <a:rPr lang="en-US" dirty="0"/>
            <a:t>{</a:t>
          </a:r>
          <a:br>
            <a:rPr lang="en-US" dirty="0"/>
          </a:br>
          <a:r>
            <a:rPr lang="en-US" dirty="0"/>
            <a:t>	public int Id { get; set; }</a:t>
          </a:r>
          <a:br>
            <a:rPr lang="en-US" dirty="0"/>
          </a:br>
          <a:br>
            <a:rPr lang="en-US" dirty="0"/>
          </a:br>
          <a:r>
            <a:rPr lang="en-US" dirty="0"/>
            <a:t>	public string Name { get; set; }</a:t>
          </a:r>
          <a:br>
            <a:rPr lang="en-US" dirty="0"/>
          </a:br>
          <a:br>
            <a:rPr lang="en-US" dirty="0"/>
          </a:br>
          <a:r>
            <a:rPr lang="en-US" dirty="0"/>
            <a:t>}</a:t>
          </a:r>
        </a:p>
      </dgm:t>
    </dgm:pt>
    <dgm:pt modelId="{239F691B-70B4-44DE-9282-6F6E680E2B21}" type="parTrans" cxnId="{D3B3F9EA-D7D4-4F8B-9B35-AA9558450FAB}">
      <dgm:prSet/>
      <dgm:spPr/>
      <dgm:t>
        <a:bodyPr/>
        <a:lstStyle/>
        <a:p>
          <a:endParaRPr lang="en-US"/>
        </a:p>
      </dgm:t>
    </dgm:pt>
    <dgm:pt modelId="{045D8F76-0E69-47FD-9DFA-A4E91CE40281}" type="sibTrans" cxnId="{D3B3F9EA-D7D4-4F8B-9B35-AA9558450FAB}">
      <dgm:prSet/>
      <dgm:spPr/>
      <dgm:t>
        <a:bodyPr/>
        <a:lstStyle/>
        <a:p>
          <a:endParaRPr lang="en-US"/>
        </a:p>
      </dgm:t>
    </dgm:pt>
    <dgm:pt modelId="{BEBBB3CC-D032-48D6-A95E-F6080E79683C}" type="pres">
      <dgm:prSet presAssocID="{2F9FE9B3-2813-4664-B513-DF176A2F8DE8}" presName="Name0" presStyleCnt="0">
        <dgm:presLayoutVars>
          <dgm:dir/>
          <dgm:animLvl val="lvl"/>
          <dgm:resizeHandles val="exact"/>
        </dgm:presLayoutVars>
      </dgm:prSet>
      <dgm:spPr/>
    </dgm:pt>
    <dgm:pt modelId="{D4CC982D-E82D-44A5-ACAC-851901902A49}" type="pres">
      <dgm:prSet presAssocID="{267883B9-568D-4F12-99E8-744F18EC1A8C}" presName="linNode" presStyleCnt="0"/>
      <dgm:spPr/>
    </dgm:pt>
    <dgm:pt modelId="{698CABC2-8E34-437D-933D-130176586231}" type="pres">
      <dgm:prSet presAssocID="{267883B9-568D-4F12-99E8-744F18EC1A8C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A004D04F-17D8-491F-9431-35793FC42097}" type="pres">
      <dgm:prSet presAssocID="{267883B9-568D-4F12-99E8-744F18EC1A8C}" presName="descendantText" presStyleLbl="alignAccFollowNode1" presStyleIdx="0" presStyleCnt="2">
        <dgm:presLayoutVars>
          <dgm:bulletEnabled val="1"/>
        </dgm:presLayoutVars>
      </dgm:prSet>
      <dgm:spPr/>
    </dgm:pt>
    <dgm:pt modelId="{DCACE73D-F866-4A5F-81FC-6C8B0D0340CE}" type="pres">
      <dgm:prSet presAssocID="{8C720C96-7E93-45C1-8106-E76A758953CA}" presName="sp" presStyleCnt="0"/>
      <dgm:spPr/>
    </dgm:pt>
    <dgm:pt modelId="{10AA1301-AC8D-4052-895C-68EA62EF4DE1}" type="pres">
      <dgm:prSet presAssocID="{CD3F1735-DD01-4C5D-B396-B42D46E76D23}" presName="linNode" presStyleCnt="0"/>
      <dgm:spPr/>
    </dgm:pt>
    <dgm:pt modelId="{2B5B9746-70CA-47E0-A57B-915763E3BB82}" type="pres">
      <dgm:prSet presAssocID="{CD3F1735-DD01-4C5D-B396-B42D46E76D23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1CB188A2-E591-4A27-9C86-163AFDF7C330}" type="pres">
      <dgm:prSet presAssocID="{CD3F1735-DD01-4C5D-B396-B42D46E76D23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0FBCB406-AFA4-448E-9347-1C1B4CF1D443}" type="presOf" srcId="{1F045F82-FEA6-41B7-9BD8-6AD0318FA41C}" destId="{A004D04F-17D8-491F-9431-35793FC42097}" srcOrd="0" destOrd="0" presId="urn:microsoft.com/office/officeart/2005/8/layout/vList5"/>
    <dgm:cxn modelId="{D3099208-6192-4F1F-99D1-A469D1CC50B0}" srcId="{2F9FE9B3-2813-4664-B513-DF176A2F8DE8}" destId="{CD3F1735-DD01-4C5D-B396-B42D46E76D23}" srcOrd="1" destOrd="0" parTransId="{6AA30711-FDCC-453D-8BF1-948C48236CC8}" sibTransId="{5C40B629-19D1-4898-B383-F711C64068EF}"/>
    <dgm:cxn modelId="{99302F17-3475-4F76-B157-93AA0FF19155}" type="presOf" srcId="{267883B9-568D-4F12-99E8-744F18EC1A8C}" destId="{698CABC2-8E34-437D-933D-130176586231}" srcOrd="0" destOrd="0" presId="urn:microsoft.com/office/officeart/2005/8/layout/vList5"/>
    <dgm:cxn modelId="{B68CF53A-8B12-4B56-A0FE-B6B07F4F3B12}" type="presOf" srcId="{9BB841FB-8308-480C-9DE8-5B84DFDBEFE9}" destId="{1CB188A2-E591-4A27-9C86-163AFDF7C330}" srcOrd="0" destOrd="0" presId="urn:microsoft.com/office/officeart/2005/8/layout/vList5"/>
    <dgm:cxn modelId="{15982E82-8E52-457F-836A-37E052714FF7}" srcId="{2F9FE9B3-2813-4664-B513-DF176A2F8DE8}" destId="{267883B9-568D-4F12-99E8-744F18EC1A8C}" srcOrd="0" destOrd="0" parTransId="{57085A26-1BCA-4137-BDF0-F73F17F74B23}" sibTransId="{8C720C96-7E93-45C1-8106-E76A758953CA}"/>
    <dgm:cxn modelId="{FE3CB38A-9020-4A37-8576-8BDC07E17BC1}" srcId="{267883B9-568D-4F12-99E8-744F18EC1A8C}" destId="{1F045F82-FEA6-41B7-9BD8-6AD0318FA41C}" srcOrd="0" destOrd="0" parTransId="{602998F7-AE92-4567-8D1D-B8D8F5E03B7A}" sibTransId="{705B18E0-40E5-4761-88A2-6F6FDDBDEB80}"/>
    <dgm:cxn modelId="{D3B8E895-15B6-4821-A58D-A5FA009B746C}" type="presOf" srcId="{CD3F1735-DD01-4C5D-B396-B42D46E76D23}" destId="{2B5B9746-70CA-47E0-A57B-915763E3BB82}" srcOrd="0" destOrd="0" presId="urn:microsoft.com/office/officeart/2005/8/layout/vList5"/>
    <dgm:cxn modelId="{67679F9D-C319-4ED8-A98F-93FB161F9970}" type="presOf" srcId="{2F9FE9B3-2813-4664-B513-DF176A2F8DE8}" destId="{BEBBB3CC-D032-48D6-A95E-F6080E79683C}" srcOrd="0" destOrd="0" presId="urn:microsoft.com/office/officeart/2005/8/layout/vList5"/>
    <dgm:cxn modelId="{D3B3F9EA-D7D4-4F8B-9B35-AA9558450FAB}" srcId="{CD3F1735-DD01-4C5D-B396-B42D46E76D23}" destId="{9BB841FB-8308-480C-9DE8-5B84DFDBEFE9}" srcOrd="0" destOrd="0" parTransId="{239F691B-70B4-44DE-9282-6F6E680E2B21}" sibTransId="{045D8F76-0E69-47FD-9DFA-A4E91CE40281}"/>
    <dgm:cxn modelId="{17EC5E84-0BF7-4752-9F34-DBF2767FABC5}" type="presParOf" srcId="{BEBBB3CC-D032-48D6-A95E-F6080E79683C}" destId="{D4CC982D-E82D-44A5-ACAC-851901902A49}" srcOrd="0" destOrd="0" presId="urn:microsoft.com/office/officeart/2005/8/layout/vList5"/>
    <dgm:cxn modelId="{2B280238-42C0-4058-94F5-62E5E8C67A87}" type="presParOf" srcId="{D4CC982D-E82D-44A5-ACAC-851901902A49}" destId="{698CABC2-8E34-437D-933D-130176586231}" srcOrd="0" destOrd="0" presId="urn:microsoft.com/office/officeart/2005/8/layout/vList5"/>
    <dgm:cxn modelId="{1EF23198-2CF0-4C35-890F-853C235925BE}" type="presParOf" srcId="{D4CC982D-E82D-44A5-ACAC-851901902A49}" destId="{A004D04F-17D8-491F-9431-35793FC42097}" srcOrd="1" destOrd="0" presId="urn:microsoft.com/office/officeart/2005/8/layout/vList5"/>
    <dgm:cxn modelId="{DE5355F2-0E46-46DA-A864-066CF68D3DC1}" type="presParOf" srcId="{BEBBB3CC-D032-48D6-A95E-F6080E79683C}" destId="{DCACE73D-F866-4A5F-81FC-6C8B0D0340CE}" srcOrd="1" destOrd="0" presId="urn:microsoft.com/office/officeart/2005/8/layout/vList5"/>
    <dgm:cxn modelId="{0D39D642-D1E3-4952-AB67-6D22294DF2A4}" type="presParOf" srcId="{BEBBB3CC-D032-48D6-A95E-F6080E79683C}" destId="{10AA1301-AC8D-4052-895C-68EA62EF4DE1}" srcOrd="2" destOrd="0" presId="urn:microsoft.com/office/officeart/2005/8/layout/vList5"/>
    <dgm:cxn modelId="{8CC5A127-3F07-48DD-A025-7DE1F947424F}" type="presParOf" srcId="{10AA1301-AC8D-4052-895C-68EA62EF4DE1}" destId="{2B5B9746-70CA-47E0-A57B-915763E3BB82}" srcOrd="0" destOrd="0" presId="urn:microsoft.com/office/officeart/2005/8/layout/vList5"/>
    <dgm:cxn modelId="{8E67B45A-B0AC-4D39-A534-C8761599B731}" type="presParOf" srcId="{10AA1301-AC8D-4052-895C-68EA62EF4DE1}" destId="{1CB188A2-E591-4A27-9C86-163AFDF7C33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2F9FE9B3-2813-4664-B513-DF176A2F8DE8}" type="doc">
      <dgm:prSet loTypeId="urn:microsoft.com/office/officeart/2005/8/layout/vList5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67883B9-568D-4F12-99E8-744F18EC1A8C}">
      <dgm:prSet/>
      <dgm:spPr/>
      <dgm:t>
        <a:bodyPr/>
        <a:lstStyle/>
        <a:p>
          <a:r>
            <a:rPr lang="en-US" dirty="0"/>
            <a:t>In </a:t>
          </a:r>
          <a:r>
            <a:rPr lang="en-US" b="1" dirty="0"/>
            <a:t>VS Code</a:t>
          </a:r>
          <a:r>
            <a:rPr lang="en-US" dirty="0"/>
            <a:t>, open the following file:</a:t>
          </a:r>
        </a:p>
      </dgm:t>
    </dgm:pt>
    <dgm:pt modelId="{57085A26-1BCA-4137-BDF0-F73F17F74B23}" type="parTrans" cxnId="{15982E82-8E52-457F-836A-37E052714FF7}">
      <dgm:prSet/>
      <dgm:spPr/>
      <dgm:t>
        <a:bodyPr/>
        <a:lstStyle/>
        <a:p>
          <a:endParaRPr lang="en-US"/>
        </a:p>
      </dgm:t>
    </dgm:pt>
    <dgm:pt modelId="{8C720C96-7E93-45C1-8106-E76A758953CA}" type="sibTrans" cxnId="{15982E82-8E52-457F-836A-37E052714FF7}">
      <dgm:prSet/>
      <dgm:spPr/>
      <dgm:t>
        <a:bodyPr/>
        <a:lstStyle/>
        <a:p>
          <a:endParaRPr lang="en-US"/>
        </a:p>
      </dgm:t>
    </dgm:pt>
    <dgm:pt modelId="{1F045F82-FEA6-41B7-9BD8-6AD0318FA41C}">
      <dgm:prSet/>
      <dgm:spPr/>
      <dgm:t>
        <a:bodyPr/>
        <a:lstStyle/>
        <a:p>
          <a:r>
            <a:rPr lang="en-US" b="1" dirty="0" err="1"/>
            <a:t>Student.cs</a:t>
          </a:r>
          <a:endParaRPr lang="en-US" dirty="0"/>
        </a:p>
      </dgm:t>
    </dgm:pt>
    <dgm:pt modelId="{602998F7-AE92-4567-8D1D-B8D8F5E03B7A}" type="parTrans" cxnId="{FE3CB38A-9020-4A37-8576-8BDC07E17BC1}">
      <dgm:prSet/>
      <dgm:spPr/>
      <dgm:t>
        <a:bodyPr/>
        <a:lstStyle/>
        <a:p>
          <a:endParaRPr lang="en-US"/>
        </a:p>
      </dgm:t>
    </dgm:pt>
    <dgm:pt modelId="{705B18E0-40E5-4761-88A2-6F6FDDBDEB80}" type="sibTrans" cxnId="{FE3CB38A-9020-4A37-8576-8BDC07E17BC1}">
      <dgm:prSet/>
      <dgm:spPr/>
      <dgm:t>
        <a:bodyPr/>
        <a:lstStyle/>
        <a:p>
          <a:endParaRPr lang="en-US"/>
        </a:p>
      </dgm:t>
    </dgm:pt>
    <dgm:pt modelId="{CD3F1735-DD01-4C5D-B396-B42D46E76D23}">
      <dgm:prSet/>
      <dgm:spPr/>
      <dgm:t>
        <a:bodyPr/>
        <a:lstStyle/>
        <a:p>
          <a:r>
            <a:rPr lang="en-US" dirty="0"/>
            <a:t>Overwrite the content with :</a:t>
          </a:r>
        </a:p>
      </dgm:t>
    </dgm:pt>
    <dgm:pt modelId="{6AA30711-FDCC-453D-8BF1-948C48236CC8}" type="parTrans" cxnId="{D3099208-6192-4F1F-99D1-A469D1CC50B0}">
      <dgm:prSet/>
      <dgm:spPr/>
      <dgm:t>
        <a:bodyPr/>
        <a:lstStyle/>
        <a:p>
          <a:endParaRPr lang="en-US"/>
        </a:p>
      </dgm:t>
    </dgm:pt>
    <dgm:pt modelId="{5C40B629-19D1-4898-B383-F711C64068EF}" type="sibTrans" cxnId="{D3099208-6192-4F1F-99D1-A469D1CC50B0}">
      <dgm:prSet/>
      <dgm:spPr/>
      <dgm:t>
        <a:bodyPr/>
        <a:lstStyle/>
        <a:p>
          <a:endParaRPr lang="en-US"/>
        </a:p>
      </dgm:t>
    </dgm:pt>
    <dgm:pt modelId="{9BB841FB-8308-480C-9DE8-5B84DFDBEFE9}">
      <dgm:prSet/>
      <dgm:spPr/>
      <dgm:t>
        <a:bodyPr/>
        <a:lstStyle/>
        <a:p>
          <a:r>
            <a:rPr lang="en-US" dirty="0"/>
            <a:t>public class </a:t>
          </a:r>
          <a:r>
            <a:rPr lang="en-US" b="1" dirty="0"/>
            <a:t>Student</a:t>
          </a:r>
          <a:br>
            <a:rPr lang="en-US" dirty="0"/>
          </a:br>
          <a:r>
            <a:rPr lang="en-US" dirty="0"/>
            <a:t>{</a:t>
          </a:r>
          <a:br>
            <a:rPr lang="en-US" dirty="0"/>
          </a:br>
          <a:r>
            <a:rPr lang="en-US" dirty="0"/>
            <a:t>	public int Id { get; set; }</a:t>
          </a:r>
          <a:br>
            <a:rPr lang="en-US" dirty="0"/>
          </a:br>
          <a:br>
            <a:rPr lang="en-US" dirty="0"/>
          </a:br>
          <a:r>
            <a:rPr lang="en-US" dirty="0"/>
            <a:t>	public string Name { get; set; }</a:t>
          </a:r>
          <a:br>
            <a:rPr lang="en-US" dirty="0"/>
          </a:br>
          <a:br>
            <a:rPr lang="en-US" dirty="0"/>
          </a:br>
          <a:r>
            <a:rPr lang="en-US" dirty="0"/>
            <a:t>	</a:t>
          </a:r>
          <a:r>
            <a:rPr lang="en-US" b="1" dirty="0"/>
            <a:t>public int </a:t>
          </a:r>
          <a:r>
            <a:rPr lang="en-US" b="1" dirty="0" err="1"/>
            <a:t>CourseId</a:t>
          </a:r>
          <a:r>
            <a:rPr lang="en-US" b="1" dirty="0"/>
            <a:t> { get; set; }</a:t>
          </a:r>
          <a:br>
            <a:rPr lang="en-US" b="1" dirty="0"/>
          </a:br>
          <a:br>
            <a:rPr lang="en-US" dirty="0"/>
          </a:br>
          <a:r>
            <a:rPr lang="en-US" dirty="0"/>
            <a:t>	</a:t>
          </a:r>
          <a:r>
            <a:rPr lang="en-US" b="1" dirty="0"/>
            <a:t>public Course </a:t>
          </a:r>
          <a:r>
            <a:rPr lang="en-US" b="1" dirty="0" err="1"/>
            <a:t>Course</a:t>
          </a:r>
          <a:r>
            <a:rPr lang="en-US" b="1" dirty="0"/>
            <a:t> { get; set; }</a:t>
          </a:r>
          <a:br>
            <a:rPr lang="en-US" b="1" dirty="0"/>
          </a:br>
          <a:r>
            <a:rPr lang="en-US" dirty="0"/>
            <a:t>}</a:t>
          </a:r>
        </a:p>
      </dgm:t>
    </dgm:pt>
    <dgm:pt modelId="{239F691B-70B4-44DE-9282-6F6E680E2B21}" type="parTrans" cxnId="{D3B3F9EA-D7D4-4F8B-9B35-AA9558450FAB}">
      <dgm:prSet/>
      <dgm:spPr/>
      <dgm:t>
        <a:bodyPr/>
        <a:lstStyle/>
        <a:p>
          <a:endParaRPr lang="en-US"/>
        </a:p>
      </dgm:t>
    </dgm:pt>
    <dgm:pt modelId="{045D8F76-0E69-47FD-9DFA-A4E91CE40281}" type="sibTrans" cxnId="{D3B3F9EA-D7D4-4F8B-9B35-AA9558450FAB}">
      <dgm:prSet/>
      <dgm:spPr/>
      <dgm:t>
        <a:bodyPr/>
        <a:lstStyle/>
        <a:p>
          <a:endParaRPr lang="en-US"/>
        </a:p>
      </dgm:t>
    </dgm:pt>
    <dgm:pt modelId="{BEBBB3CC-D032-48D6-A95E-F6080E79683C}" type="pres">
      <dgm:prSet presAssocID="{2F9FE9B3-2813-4664-B513-DF176A2F8DE8}" presName="Name0" presStyleCnt="0">
        <dgm:presLayoutVars>
          <dgm:dir/>
          <dgm:animLvl val="lvl"/>
          <dgm:resizeHandles val="exact"/>
        </dgm:presLayoutVars>
      </dgm:prSet>
      <dgm:spPr/>
    </dgm:pt>
    <dgm:pt modelId="{D4CC982D-E82D-44A5-ACAC-851901902A49}" type="pres">
      <dgm:prSet presAssocID="{267883B9-568D-4F12-99E8-744F18EC1A8C}" presName="linNode" presStyleCnt="0"/>
      <dgm:spPr/>
    </dgm:pt>
    <dgm:pt modelId="{698CABC2-8E34-437D-933D-130176586231}" type="pres">
      <dgm:prSet presAssocID="{267883B9-568D-4F12-99E8-744F18EC1A8C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A004D04F-17D8-491F-9431-35793FC42097}" type="pres">
      <dgm:prSet presAssocID="{267883B9-568D-4F12-99E8-744F18EC1A8C}" presName="descendantText" presStyleLbl="alignAccFollowNode1" presStyleIdx="0" presStyleCnt="2">
        <dgm:presLayoutVars>
          <dgm:bulletEnabled val="1"/>
        </dgm:presLayoutVars>
      </dgm:prSet>
      <dgm:spPr/>
    </dgm:pt>
    <dgm:pt modelId="{DCACE73D-F866-4A5F-81FC-6C8B0D0340CE}" type="pres">
      <dgm:prSet presAssocID="{8C720C96-7E93-45C1-8106-E76A758953CA}" presName="sp" presStyleCnt="0"/>
      <dgm:spPr/>
    </dgm:pt>
    <dgm:pt modelId="{10AA1301-AC8D-4052-895C-68EA62EF4DE1}" type="pres">
      <dgm:prSet presAssocID="{CD3F1735-DD01-4C5D-B396-B42D46E76D23}" presName="linNode" presStyleCnt="0"/>
      <dgm:spPr/>
    </dgm:pt>
    <dgm:pt modelId="{2B5B9746-70CA-47E0-A57B-915763E3BB82}" type="pres">
      <dgm:prSet presAssocID="{CD3F1735-DD01-4C5D-B396-B42D46E76D23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1CB188A2-E591-4A27-9C86-163AFDF7C330}" type="pres">
      <dgm:prSet presAssocID="{CD3F1735-DD01-4C5D-B396-B42D46E76D23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0FBCB406-AFA4-448E-9347-1C1B4CF1D443}" type="presOf" srcId="{1F045F82-FEA6-41B7-9BD8-6AD0318FA41C}" destId="{A004D04F-17D8-491F-9431-35793FC42097}" srcOrd="0" destOrd="0" presId="urn:microsoft.com/office/officeart/2005/8/layout/vList5"/>
    <dgm:cxn modelId="{D3099208-6192-4F1F-99D1-A469D1CC50B0}" srcId="{2F9FE9B3-2813-4664-B513-DF176A2F8DE8}" destId="{CD3F1735-DD01-4C5D-B396-B42D46E76D23}" srcOrd="1" destOrd="0" parTransId="{6AA30711-FDCC-453D-8BF1-948C48236CC8}" sibTransId="{5C40B629-19D1-4898-B383-F711C64068EF}"/>
    <dgm:cxn modelId="{99302F17-3475-4F76-B157-93AA0FF19155}" type="presOf" srcId="{267883B9-568D-4F12-99E8-744F18EC1A8C}" destId="{698CABC2-8E34-437D-933D-130176586231}" srcOrd="0" destOrd="0" presId="urn:microsoft.com/office/officeart/2005/8/layout/vList5"/>
    <dgm:cxn modelId="{B68CF53A-8B12-4B56-A0FE-B6B07F4F3B12}" type="presOf" srcId="{9BB841FB-8308-480C-9DE8-5B84DFDBEFE9}" destId="{1CB188A2-E591-4A27-9C86-163AFDF7C330}" srcOrd="0" destOrd="0" presId="urn:microsoft.com/office/officeart/2005/8/layout/vList5"/>
    <dgm:cxn modelId="{15982E82-8E52-457F-836A-37E052714FF7}" srcId="{2F9FE9B3-2813-4664-B513-DF176A2F8DE8}" destId="{267883B9-568D-4F12-99E8-744F18EC1A8C}" srcOrd="0" destOrd="0" parTransId="{57085A26-1BCA-4137-BDF0-F73F17F74B23}" sibTransId="{8C720C96-7E93-45C1-8106-E76A758953CA}"/>
    <dgm:cxn modelId="{FE3CB38A-9020-4A37-8576-8BDC07E17BC1}" srcId="{267883B9-568D-4F12-99E8-744F18EC1A8C}" destId="{1F045F82-FEA6-41B7-9BD8-6AD0318FA41C}" srcOrd="0" destOrd="0" parTransId="{602998F7-AE92-4567-8D1D-B8D8F5E03B7A}" sibTransId="{705B18E0-40E5-4761-88A2-6F6FDDBDEB80}"/>
    <dgm:cxn modelId="{D3B8E895-15B6-4821-A58D-A5FA009B746C}" type="presOf" srcId="{CD3F1735-DD01-4C5D-B396-B42D46E76D23}" destId="{2B5B9746-70CA-47E0-A57B-915763E3BB82}" srcOrd="0" destOrd="0" presId="urn:microsoft.com/office/officeart/2005/8/layout/vList5"/>
    <dgm:cxn modelId="{67679F9D-C319-4ED8-A98F-93FB161F9970}" type="presOf" srcId="{2F9FE9B3-2813-4664-B513-DF176A2F8DE8}" destId="{BEBBB3CC-D032-48D6-A95E-F6080E79683C}" srcOrd="0" destOrd="0" presId="urn:microsoft.com/office/officeart/2005/8/layout/vList5"/>
    <dgm:cxn modelId="{D3B3F9EA-D7D4-4F8B-9B35-AA9558450FAB}" srcId="{CD3F1735-DD01-4C5D-B396-B42D46E76D23}" destId="{9BB841FB-8308-480C-9DE8-5B84DFDBEFE9}" srcOrd="0" destOrd="0" parTransId="{239F691B-70B4-44DE-9282-6F6E680E2B21}" sibTransId="{045D8F76-0E69-47FD-9DFA-A4E91CE40281}"/>
    <dgm:cxn modelId="{17EC5E84-0BF7-4752-9F34-DBF2767FABC5}" type="presParOf" srcId="{BEBBB3CC-D032-48D6-A95E-F6080E79683C}" destId="{D4CC982D-E82D-44A5-ACAC-851901902A49}" srcOrd="0" destOrd="0" presId="urn:microsoft.com/office/officeart/2005/8/layout/vList5"/>
    <dgm:cxn modelId="{2B280238-42C0-4058-94F5-62E5E8C67A87}" type="presParOf" srcId="{D4CC982D-E82D-44A5-ACAC-851901902A49}" destId="{698CABC2-8E34-437D-933D-130176586231}" srcOrd="0" destOrd="0" presId="urn:microsoft.com/office/officeart/2005/8/layout/vList5"/>
    <dgm:cxn modelId="{1EF23198-2CF0-4C35-890F-853C235925BE}" type="presParOf" srcId="{D4CC982D-E82D-44A5-ACAC-851901902A49}" destId="{A004D04F-17D8-491F-9431-35793FC42097}" srcOrd="1" destOrd="0" presId="urn:microsoft.com/office/officeart/2005/8/layout/vList5"/>
    <dgm:cxn modelId="{DE5355F2-0E46-46DA-A864-066CF68D3DC1}" type="presParOf" srcId="{BEBBB3CC-D032-48D6-A95E-F6080E79683C}" destId="{DCACE73D-F866-4A5F-81FC-6C8B0D0340CE}" srcOrd="1" destOrd="0" presId="urn:microsoft.com/office/officeart/2005/8/layout/vList5"/>
    <dgm:cxn modelId="{0D39D642-D1E3-4952-AB67-6D22294DF2A4}" type="presParOf" srcId="{BEBBB3CC-D032-48D6-A95E-F6080E79683C}" destId="{10AA1301-AC8D-4052-895C-68EA62EF4DE1}" srcOrd="2" destOrd="0" presId="urn:microsoft.com/office/officeart/2005/8/layout/vList5"/>
    <dgm:cxn modelId="{8CC5A127-3F07-48DD-A025-7DE1F947424F}" type="presParOf" srcId="{10AA1301-AC8D-4052-895C-68EA62EF4DE1}" destId="{2B5B9746-70CA-47E0-A57B-915763E3BB82}" srcOrd="0" destOrd="0" presId="urn:microsoft.com/office/officeart/2005/8/layout/vList5"/>
    <dgm:cxn modelId="{8E67B45A-B0AC-4D39-A534-C8761599B731}" type="presParOf" srcId="{10AA1301-AC8D-4052-895C-68EA62EF4DE1}" destId="{1CB188A2-E591-4A27-9C86-163AFDF7C33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2F9FE9B3-2813-4664-B513-DF176A2F8DE8}" type="doc">
      <dgm:prSet loTypeId="urn:microsoft.com/office/officeart/2005/8/layout/vList5" loCatId="list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67883B9-568D-4F12-99E8-744F18EC1A8C}">
      <dgm:prSet/>
      <dgm:spPr/>
      <dgm:t>
        <a:bodyPr/>
        <a:lstStyle/>
        <a:p>
          <a:r>
            <a:rPr lang="en-US" dirty="0"/>
            <a:t>In </a:t>
          </a:r>
          <a:r>
            <a:rPr lang="en-US" b="1" dirty="0"/>
            <a:t>VS Code</a:t>
          </a:r>
          <a:r>
            <a:rPr lang="en-US" dirty="0"/>
            <a:t>, update the following file:</a:t>
          </a:r>
        </a:p>
      </dgm:t>
    </dgm:pt>
    <dgm:pt modelId="{57085A26-1BCA-4137-BDF0-F73F17F74B23}" type="parTrans" cxnId="{15982E82-8E52-457F-836A-37E052714FF7}">
      <dgm:prSet/>
      <dgm:spPr/>
      <dgm:t>
        <a:bodyPr/>
        <a:lstStyle/>
        <a:p>
          <a:endParaRPr lang="en-US"/>
        </a:p>
      </dgm:t>
    </dgm:pt>
    <dgm:pt modelId="{8C720C96-7E93-45C1-8106-E76A758953CA}" type="sibTrans" cxnId="{15982E82-8E52-457F-836A-37E052714FF7}">
      <dgm:prSet/>
      <dgm:spPr/>
      <dgm:t>
        <a:bodyPr/>
        <a:lstStyle/>
        <a:p>
          <a:endParaRPr lang="en-US"/>
        </a:p>
      </dgm:t>
    </dgm:pt>
    <dgm:pt modelId="{1F045F82-FEA6-41B7-9BD8-6AD0318FA41C}">
      <dgm:prSet/>
      <dgm:spPr/>
      <dgm:t>
        <a:bodyPr/>
        <a:lstStyle/>
        <a:p>
          <a:r>
            <a:rPr lang="en-US" b="1" dirty="0" err="1"/>
            <a:t>Course.cs</a:t>
          </a:r>
          <a:endParaRPr lang="en-US" dirty="0"/>
        </a:p>
      </dgm:t>
    </dgm:pt>
    <dgm:pt modelId="{602998F7-AE92-4567-8D1D-B8D8F5E03B7A}" type="parTrans" cxnId="{FE3CB38A-9020-4A37-8576-8BDC07E17BC1}">
      <dgm:prSet/>
      <dgm:spPr/>
      <dgm:t>
        <a:bodyPr/>
        <a:lstStyle/>
        <a:p>
          <a:endParaRPr lang="en-US"/>
        </a:p>
      </dgm:t>
    </dgm:pt>
    <dgm:pt modelId="{705B18E0-40E5-4761-88A2-6F6FDDBDEB80}" type="sibTrans" cxnId="{FE3CB38A-9020-4A37-8576-8BDC07E17BC1}">
      <dgm:prSet/>
      <dgm:spPr/>
      <dgm:t>
        <a:bodyPr/>
        <a:lstStyle/>
        <a:p>
          <a:endParaRPr lang="en-US"/>
        </a:p>
      </dgm:t>
    </dgm:pt>
    <dgm:pt modelId="{CD3F1735-DD01-4C5D-B396-B42D46E76D23}">
      <dgm:prSet/>
      <dgm:spPr/>
      <dgm:t>
        <a:bodyPr/>
        <a:lstStyle/>
        <a:p>
          <a:r>
            <a:rPr lang="en-US" dirty="0"/>
            <a:t>Overwrite the file with:</a:t>
          </a:r>
        </a:p>
      </dgm:t>
    </dgm:pt>
    <dgm:pt modelId="{6AA30711-FDCC-453D-8BF1-948C48236CC8}" type="parTrans" cxnId="{D3099208-6192-4F1F-99D1-A469D1CC50B0}">
      <dgm:prSet/>
      <dgm:spPr/>
      <dgm:t>
        <a:bodyPr/>
        <a:lstStyle/>
        <a:p>
          <a:endParaRPr lang="en-US"/>
        </a:p>
      </dgm:t>
    </dgm:pt>
    <dgm:pt modelId="{5C40B629-19D1-4898-B383-F711C64068EF}" type="sibTrans" cxnId="{D3099208-6192-4F1F-99D1-A469D1CC50B0}">
      <dgm:prSet/>
      <dgm:spPr/>
      <dgm:t>
        <a:bodyPr/>
        <a:lstStyle/>
        <a:p>
          <a:endParaRPr lang="en-US"/>
        </a:p>
      </dgm:t>
    </dgm:pt>
    <dgm:pt modelId="{9BB841FB-8308-480C-9DE8-5B84DFDBEFE9}">
      <dgm:prSet/>
      <dgm:spPr/>
      <dgm:t>
        <a:bodyPr/>
        <a:lstStyle/>
        <a:p>
          <a:r>
            <a:rPr lang="en-US" dirty="0"/>
            <a:t>public class </a:t>
          </a:r>
          <a:r>
            <a:rPr lang="en-US" b="1" dirty="0"/>
            <a:t>Course</a:t>
          </a:r>
          <a:br>
            <a:rPr lang="en-US" dirty="0"/>
          </a:br>
          <a:r>
            <a:rPr lang="en-US" dirty="0"/>
            <a:t>{</a:t>
          </a:r>
          <a:br>
            <a:rPr lang="en-US" dirty="0"/>
          </a:br>
          <a:r>
            <a:rPr lang="en-US" dirty="0"/>
            <a:t>	public int Id { get; set; }</a:t>
          </a:r>
          <a:br>
            <a:rPr lang="en-US" dirty="0"/>
          </a:br>
          <a:br>
            <a:rPr lang="en-US" dirty="0"/>
          </a:br>
          <a:r>
            <a:rPr lang="en-US" dirty="0"/>
            <a:t>	public string Name { get; set; } </a:t>
          </a:r>
          <a:br>
            <a:rPr lang="en-US" dirty="0"/>
          </a:br>
          <a:r>
            <a:rPr lang="en-US" dirty="0"/>
            <a:t>	</a:t>
          </a:r>
          <a:br>
            <a:rPr lang="en-US" dirty="0"/>
          </a:br>
          <a:r>
            <a:rPr lang="en-US" dirty="0"/>
            <a:t>	</a:t>
          </a:r>
          <a:r>
            <a:rPr lang="en-US" b="1" dirty="0"/>
            <a:t>public List&lt;Student&gt; Students { get; set; }</a:t>
          </a:r>
          <a:br>
            <a:rPr lang="en-US" b="1" dirty="0"/>
          </a:br>
          <a:br>
            <a:rPr lang="en-US" b="1" dirty="0"/>
          </a:br>
          <a:r>
            <a:rPr lang="en-US" dirty="0"/>
            <a:t>}</a:t>
          </a:r>
        </a:p>
      </dgm:t>
    </dgm:pt>
    <dgm:pt modelId="{239F691B-70B4-44DE-9282-6F6E680E2B21}" type="parTrans" cxnId="{D3B3F9EA-D7D4-4F8B-9B35-AA9558450FAB}">
      <dgm:prSet/>
      <dgm:spPr/>
      <dgm:t>
        <a:bodyPr/>
        <a:lstStyle/>
        <a:p>
          <a:endParaRPr lang="en-US"/>
        </a:p>
      </dgm:t>
    </dgm:pt>
    <dgm:pt modelId="{045D8F76-0E69-47FD-9DFA-A4E91CE40281}" type="sibTrans" cxnId="{D3B3F9EA-D7D4-4F8B-9B35-AA9558450FAB}">
      <dgm:prSet/>
      <dgm:spPr/>
      <dgm:t>
        <a:bodyPr/>
        <a:lstStyle/>
        <a:p>
          <a:endParaRPr lang="en-US"/>
        </a:p>
      </dgm:t>
    </dgm:pt>
    <dgm:pt modelId="{BEBBB3CC-D032-48D6-A95E-F6080E79683C}" type="pres">
      <dgm:prSet presAssocID="{2F9FE9B3-2813-4664-B513-DF176A2F8DE8}" presName="Name0" presStyleCnt="0">
        <dgm:presLayoutVars>
          <dgm:dir/>
          <dgm:animLvl val="lvl"/>
          <dgm:resizeHandles val="exact"/>
        </dgm:presLayoutVars>
      </dgm:prSet>
      <dgm:spPr/>
    </dgm:pt>
    <dgm:pt modelId="{D4CC982D-E82D-44A5-ACAC-851901902A49}" type="pres">
      <dgm:prSet presAssocID="{267883B9-568D-4F12-99E8-744F18EC1A8C}" presName="linNode" presStyleCnt="0"/>
      <dgm:spPr/>
    </dgm:pt>
    <dgm:pt modelId="{698CABC2-8E34-437D-933D-130176586231}" type="pres">
      <dgm:prSet presAssocID="{267883B9-568D-4F12-99E8-744F18EC1A8C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A004D04F-17D8-491F-9431-35793FC42097}" type="pres">
      <dgm:prSet presAssocID="{267883B9-568D-4F12-99E8-744F18EC1A8C}" presName="descendantText" presStyleLbl="alignAccFollowNode1" presStyleIdx="0" presStyleCnt="2">
        <dgm:presLayoutVars>
          <dgm:bulletEnabled val="1"/>
        </dgm:presLayoutVars>
      </dgm:prSet>
      <dgm:spPr/>
    </dgm:pt>
    <dgm:pt modelId="{DCACE73D-F866-4A5F-81FC-6C8B0D0340CE}" type="pres">
      <dgm:prSet presAssocID="{8C720C96-7E93-45C1-8106-E76A758953CA}" presName="sp" presStyleCnt="0"/>
      <dgm:spPr/>
    </dgm:pt>
    <dgm:pt modelId="{10AA1301-AC8D-4052-895C-68EA62EF4DE1}" type="pres">
      <dgm:prSet presAssocID="{CD3F1735-DD01-4C5D-B396-B42D46E76D23}" presName="linNode" presStyleCnt="0"/>
      <dgm:spPr/>
    </dgm:pt>
    <dgm:pt modelId="{2B5B9746-70CA-47E0-A57B-915763E3BB82}" type="pres">
      <dgm:prSet presAssocID="{CD3F1735-DD01-4C5D-B396-B42D46E76D23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1CB188A2-E591-4A27-9C86-163AFDF7C330}" type="pres">
      <dgm:prSet presAssocID="{CD3F1735-DD01-4C5D-B396-B42D46E76D23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0FBCB406-AFA4-448E-9347-1C1B4CF1D443}" type="presOf" srcId="{1F045F82-FEA6-41B7-9BD8-6AD0318FA41C}" destId="{A004D04F-17D8-491F-9431-35793FC42097}" srcOrd="0" destOrd="0" presId="urn:microsoft.com/office/officeart/2005/8/layout/vList5"/>
    <dgm:cxn modelId="{D3099208-6192-4F1F-99D1-A469D1CC50B0}" srcId="{2F9FE9B3-2813-4664-B513-DF176A2F8DE8}" destId="{CD3F1735-DD01-4C5D-B396-B42D46E76D23}" srcOrd="1" destOrd="0" parTransId="{6AA30711-FDCC-453D-8BF1-948C48236CC8}" sibTransId="{5C40B629-19D1-4898-B383-F711C64068EF}"/>
    <dgm:cxn modelId="{99302F17-3475-4F76-B157-93AA0FF19155}" type="presOf" srcId="{267883B9-568D-4F12-99E8-744F18EC1A8C}" destId="{698CABC2-8E34-437D-933D-130176586231}" srcOrd="0" destOrd="0" presId="urn:microsoft.com/office/officeart/2005/8/layout/vList5"/>
    <dgm:cxn modelId="{B68CF53A-8B12-4B56-A0FE-B6B07F4F3B12}" type="presOf" srcId="{9BB841FB-8308-480C-9DE8-5B84DFDBEFE9}" destId="{1CB188A2-E591-4A27-9C86-163AFDF7C330}" srcOrd="0" destOrd="0" presId="urn:microsoft.com/office/officeart/2005/8/layout/vList5"/>
    <dgm:cxn modelId="{15982E82-8E52-457F-836A-37E052714FF7}" srcId="{2F9FE9B3-2813-4664-B513-DF176A2F8DE8}" destId="{267883B9-568D-4F12-99E8-744F18EC1A8C}" srcOrd="0" destOrd="0" parTransId="{57085A26-1BCA-4137-BDF0-F73F17F74B23}" sibTransId="{8C720C96-7E93-45C1-8106-E76A758953CA}"/>
    <dgm:cxn modelId="{FE3CB38A-9020-4A37-8576-8BDC07E17BC1}" srcId="{267883B9-568D-4F12-99E8-744F18EC1A8C}" destId="{1F045F82-FEA6-41B7-9BD8-6AD0318FA41C}" srcOrd="0" destOrd="0" parTransId="{602998F7-AE92-4567-8D1D-B8D8F5E03B7A}" sibTransId="{705B18E0-40E5-4761-88A2-6F6FDDBDEB80}"/>
    <dgm:cxn modelId="{D3B8E895-15B6-4821-A58D-A5FA009B746C}" type="presOf" srcId="{CD3F1735-DD01-4C5D-B396-B42D46E76D23}" destId="{2B5B9746-70CA-47E0-A57B-915763E3BB82}" srcOrd="0" destOrd="0" presId="urn:microsoft.com/office/officeart/2005/8/layout/vList5"/>
    <dgm:cxn modelId="{67679F9D-C319-4ED8-A98F-93FB161F9970}" type="presOf" srcId="{2F9FE9B3-2813-4664-B513-DF176A2F8DE8}" destId="{BEBBB3CC-D032-48D6-A95E-F6080E79683C}" srcOrd="0" destOrd="0" presId="urn:microsoft.com/office/officeart/2005/8/layout/vList5"/>
    <dgm:cxn modelId="{D3B3F9EA-D7D4-4F8B-9B35-AA9558450FAB}" srcId="{CD3F1735-DD01-4C5D-B396-B42D46E76D23}" destId="{9BB841FB-8308-480C-9DE8-5B84DFDBEFE9}" srcOrd="0" destOrd="0" parTransId="{239F691B-70B4-44DE-9282-6F6E680E2B21}" sibTransId="{045D8F76-0E69-47FD-9DFA-A4E91CE40281}"/>
    <dgm:cxn modelId="{17EC5E84-0BF7-4752-9F34-DBF2767FABC5}" type="presParOf" srcId="{BEBBB3CC-D032-48D6-A95E-F6080E79683C}" destId="{D4CC982D-E82D-44A5-ACAC-851901902A49}" srcOrd="0" destOrd="0" presId="urn:microsoft.com/office/officeart/2005/8/layout/vList5"/>
    <dgm:cxn modelId="{2B280238-42C0-4058-94F5-62E5E8C67A87}" type="presParOf" srcId="{D4CC982D-E82D-44A5-ACAC-851901902A49}" destId="{698CABC2-8E34-437D-933D-130176586231}" srcOrd="0" destOrd="0" presId="urn:microsoft.com/office/officeart/2005/8/layout/vList5"/>
    <dgm:cxn modelId="{1EF23198-2CF0-4C35-890F-853C235925BE}" type="presParOf" srcId="{D4CC982D-E82D-44A5-ACAC-851901902A49}" destId="{A004D04F-17D8-491F-9431-35793FC42097}" srcOrd="1" destOrd="0" presId="urn:microsoft.com/office/officeart/2005/8/layout/vList5"/>
    <dgm:cxn modelId="{DE5355F2-0E46-46DA-A864-066CF68D3DC1}" type="presParOf" srcId="{BEBBB3CC-D032-48D6-A95E-F6080E79683C}" destId="{DCACE73D-F866-4A5F-81FC-6C8B0D0340CE}" srcOrd="1" destOrd="0" presId="urn:microsoft.com/office/officeart/2005/8/layout/vList5"/>
    <dgm:cxn modelId="{0D39D642-D1E3-4952-AB67-6D22294DF2A4}" type="presParOf" srcId="{BEBBB3CC-D032-48D6-A95E-F6080E79683C}" destId="{10AA1301-AC8D-4052-895C-68EA62EF4DE1}" srcOrd="2" destOrd="0" presId="urn:microsoft.com/office/officeart/2005/8/layout/vList5"/>
    <dgm:cxn modelId="{8CC5A127-3F07-48DD-A025-7DE1F947424F}" type="presParOf" srcId="{10AA1301-AC8D-4052-895C-68EA62EF4DE1}" destId="{2B5B9746-70CA-47E0-A57B-915763E3BB82}" srcOrd="0" destOrd="0" presId="urn:microsoft.com/office/officeart/2005/8/layout/vList5"/>
    <dgm:cxn modelId="{8E67B45A-B0AC-4D39-A534-C8761599B731}" type="presParOf" srcId="{10AA1301-AC8D-4052-895C-68EA62EF4DE1}" destId="{1CB188A2-E591-4A27-9C86-163AFDF7C330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C248D2B0-8595-4A62-A3F7-F8BF78942F5F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8668908-713F-44B3-9F5C-607251A3C9C8}">
      <dgm:prSet/>
      <dgm:spPr/>
      <dgm:t>
        <a:bodyPr/>
        <a:lstStyle/>
        <a:p>
          <a:r>
            <a:rPr lang="en-US"/>
            <a:t>In </a:t>
          </a:r>
          <a:r>
            <a:rPr lang="en-US" b="1"/>
            <a:t>VS Code</a:t>
          </a:r>
          <a:r>
            <a:rPr lang="en-US"/>
            <a:t>, open the following file:</a:t>
          </a:r>
        </a:p>
      </dgm:t>
    </dgm:pt>
    <dgm:pt modelId="{56E1BA9B-C829-49F0-9933-5B4535371BE3}" type="parTrans" cxnId="{57DF4407-55C7-4B8D-8B3B-B45D37C91DCF}">
      <dgm:prSet/>
      <dgm:spPr/>
      <dgm:t>
        <a:bodyPr/>
        <a:lstStyle/>
        <a:p>
          <a:endParaRPr lang="en-US"/>
        </a:p>
      </dgm:t>
    </dgm:pt>
    <dgm:pt modelId="{F34FA8B5-B6BC-4BE2-BFDB-7E861A4D2ACF}" type="sibTrans" cxnId="{57DF4407-55C7-4B8D-8B3B-B45D37C91DCF}">
      <dgm:prSet/>
      <dgm:spPr/>
      <dgm:t>
        <a:bodyPr/>
        <a:lstStyle/>
        <a:p>
          <a:endParaRPr lang="en-US"/>
        </a:p>
      </dgm:t>
    </dgm:pt>
    <dgm:pt modelId="{10452B41-2D97-48EF-8054-EE3FE172DB73}">
      <dgm:prSet/>
      <dgm:spPr/>
      <dgm:t>
        <a:bodyPr/>
        <a:lstStyle/>
        <a:p>
          <a:r>
            <a:rPr lang="en-US" b="1"/>
            <a:t>StudentContext.cs</a:t>
          </a:r>
          <a:endParaRPr lang="en-US"/>
        </a:p>
      </dgm:t>
    </dgm:pt>
    <dgm:pt modelId="{9B6D0457-A46E-4978-B73B-45D62E0E9823}" type="parTrans" cxnId="{5EEFEFA3-1C56-4A55-972E-571A3F491BE7}">
      <dgm:prSet/>
      <dgm:spPr/>
      <dgm:t>
        <a:bodyPr/>
        <a:lstStyle/>
        <a:p>
          <a:endParaRPr lang="en-US"/>
        </a:p>
      </dgm:t>
    </dgm:pt>
    <dgm:pt modelId="{CF01A4E3-DC7F-4859-B9B0-9736D303163F}" type="sibTrans" cxnId="{5EEFEFA3-1C56-4A55-972E-571A3F491BE7}">
      <dgm:prSet/>
      <dgm:spPr/>
      <dgm:t>
        <a:bodyPr/>
        <a:lstStyle/>
        <a:p>
          <a:endParaRPr lang="en-US"/>
        </a:p>
      </dgm:t>
    </dgm:pt>
    <dgm:pt modelId="{01DCC9A5-F50C-401C-B2B0-DD1EB78719E8}">
      <dgm:prSet/>
      <dgm:spPr/>
      <dgm:t>
        <a:bodyPr/>
        <a:lstStyle/>
        <a:p>
          <a:r>
            <a:rPr lang="en-US"/>
            <a:t>Overwrite the code with:</a:t>
          </a:r>
        </a:p>
      </dgm:t>
    </dgm:pt>
    <dgm:pt modelId="{CF844495-0E35-4CDB-ABF0-913ED132F948}" type="parTrans" cxnId="{BCEC2605-E1D8-4E0C-9CE4-E888E3E7C2C0}">
      <dgm:prSet/>
      <dgm:spPr/>
      <dgm:t>
        <a:bodyPr/>
        <a:lstStyle/>
        <a:p>
          <a:endParaRPr lang="en-US"/>
        </a:p>
      </dgm:t>
    </dgm:pt>
    <dgm:pt modelId="{D60B7080-08BF-4F52-A42A-49B0843D2917}" type="sibTrans" cxnId="{BCEC2605-E1D8-4E0C-9CE4-E888E3E7C2C0}">
      <dgm:prSet/>
      <dgm:spPr/>
      <dgm:t>
        <a:bodyPr/>
        <a:lstStyle/>
        <a:p>
          <a:endParaRPr lang="en-US"/>
        </a:p>
      </dgm:t>
    </dgm:pt>
    <dgm:pt modelId="{E93ECB7E-217E-48CA-AEDA-6CA5247BC711}">
      <dgm:prSet/>
      <dgm:spPr/>
      <dgm:t>
        <a:bodyPr/>
        <a:lstStyle/>
        <a:p>
          <a:pPr>
            <a:buNone/>
          </a:pPr>
          <a:r>
            <a:rPr lang="en-US" dirty="0"/>
            <a:t>using </a:t>
          </a:r>
          <a:r>
            <a:rPr lang="en-US" dirty="0" err="1"/>
            <a:t>Microsoft.EntityFrameworkCore</a:t>
          </a:r>
          <a:r>
            <a:rPr lang="en-US" dirty="0"/>
            <a:t>;</a:t>
          </a:r>
        </a:p>
      </dgm:t>
    </dgm:pt>
    <dgm:pt modelId="{A3F8A359-94A0-4EB6-9815-91D3F4970C2B}" type="parTrans" cxnId="{598DF330-DA3C-40D7-92C7-A8D36D9C47FC}">
      <dgm:prSet/>
      <dgm:spPr/>
      <dgm:t>
        <a:bodyPr/>
        <a:lstStyle/>
        <a:p>
          <a:endParaRPr lang="en-US"/>
        </a:p>
      </dgm:t>
    </dgm:pt>
    <dgm:pt modelId="{D4BE3B6E-70FE-460B-95C0-38A9369310D4}" type="sibTrans" cxnId="{598DF330-DA3C-40D7-92C7-A8D36D9C47FC}">
      <dgm:prSet/>
      <dgm:spPr/>
      <dgm:t>
        <a:bodyPr/>
        <a:lstStyle/>
        <a:p>
          <a:endParaRPr lang="en-US"/>
        </a:p>
      </dgm:t>
    </dgm:pt>
    <dgm:pt modelId="{A2390D4B-3388-4551-AED5-5C01C41F5589}">
      <dgm:prSet/>
      <dgm:spPr/>
      <dgm:t>
        <a:bodyPr/>
        <a:lstStyle/>
        <a:p>
          <a:pPr>
            <a:buNone/>
          </a:pPr>
          <a:r>
            <a:rPr lang="en-US" dirty="0"/>
            <a:t>public class </a:t>
          </a:r>
          <a:r>
            <a:rPr lang="en-US" dirty="0" err="1"/>
            <a:t>StudentContext</a:t>
          </a:r>
          <a:r>
            <a:rPr lang="en-US" dirty="0"/>
            <a:t> : </a:t>
          </a:r>
          <a:r>
            <a:rPr lang="en-US" dirty="0" err="1"/>
            <a:t>DbContext</a:t>
          </a:r>
          <a:endParaRPr lang="en-US" dirty="0"/>
        </a:p>
      </dgm:t>
    </dgm:pt>
    <dgm:pt modelId="{1D84BEAA-1EA4-4C9D-B762-0AC25F0146F5}" type="parTrans" cxnId="{4342C037-1247-455A-9E12-36FABEBB207B}">
      <dgm:prSet/>
      <dgm:spPr/>
      <dgm:t>
        <a:bodyPr/>
        <a:lstStyle/>
        <a:p>
          <a:endParaRPr lang="en-US"/>
        </a:p>
      </dgm:t>
    </dgm:pt>
    <dgm:pt modelId="{6275B27C-A0C8-4153-AC5C-E14E490C4744}" type="sibTrans" cxnId="{4342C037-1247-455A-9E12-36FABEBB207B}">
      <dgm:prSet/>
      <dgm:spPr/>
      <dgm:t>
        <a:bodyPr/>
        <a:lstStyle/>
        <a:p>
          <a:endParaRPr lang="en-US"/>
        </a:p>
      </dgm:t>
    </dgm:pt>
    <dgm:pt modelId="{A47D484D-0C0D-4E43-8664-C5FEBB515F25}">
      <dgm:prSet/>
      <dgm:spPr/>
      <dgm:t>
        <a:bodyPr/>
        <a:lstStyle/>
        <a:p>
          <a:pPr>
            <a:buNone/>
          </a:pPr>
          <a:r>
            <a:rPr lang="en-US" dirty="0"/>
            <a:t>{</a:t>
          </a:r>
        </a:p>
      </dgm:t>
    </dgm:pt>
    <dgm:pt modelId="{6B3824C2-7254-418F-80F3-EDBC3A3EFA06}" type="parTrans" cxnId="{8ED083B3-5158-4FE7-833E-FED45D5AE4FD}">
      <dgm:prSet/>
      <dgm:spPr/>
      <dgm:t>
        <a:bodyPr/>
        <a:lstStyle/>
        <a:p>
          <a:endParaRPr lang="en-US"/>
        </a:p>
      </dgm:t>
    </dgm:pt>
    <dgm:pt modelId="{8FD138F6-9BEA-4660-A2D9-335C1C320A8E}" type="sibTrans" cxnId="{8ED083B3-5158-4FE7-833E-FED45D5AE4FD}">
      <dgm:prSet/>
      <dgm:spPr/>
      <dgm:t>
        <a:bodyPr/>
        <a:lstStyle/>
        <a:p>
          <a:endParaRPr lang="en-US"/>
        </a:p>
      </dgm:t>
    </dgm:pt>
    <dgm:pt modelId="{6BE901E7-80CD-43B2-9C10-6C1A4C3B9417}">
      <dgm:prSet/>
      <dgm:spPr/>
      <dgm:t>
        <a:bodyPr/>
        <a:lstStyle/>
        <a:p>
          <a:pPr>
            <a:buNone/>
          </a:pPr>
          <a:r>
            <a:rPr lang="en-US" dirty="0"/>
            <a:t>public </a:t>
          </a:r>
          <a:r>
            <a:rPr lang="en-US" dirty="0" err="1"/>
            <a:t>DbSet</a:t>
          </a:r>
          <a:r>
            <a:rPr lang="en-US" dirty="0"/>
            <a:t>&lt;Student&gt; Students { get; set; }</a:t>
          </a:r>
        </a:p>
      </dgm:t>
    </dgm:pt>
    <dgm:pt modelId="{E5A6B604-5BEC-4E20-8456-B40C84BBA40E}" type="parTrans" cxnId="{A65BFC87-564A-4B99-AE85-B20D1847F788}">
      <dgm:prSet/>
      <dgm:spPr/>
      <dgm:t>
        <a:bodyPr/>
        <a:lstStyle/>
        <a:p>
          <a:endParaRPr lang="en-US"/>
        </a:p>
      </dgm:t>
    </dgm:pt>
    <dgm:pt modelId="{F8EF22A8-51EE-4DD1-ABAD-116FCE0742F0}" type="sibTrans" cxnId="{A65BFC87-564A-4B99-AE85-B20D1847F788}">
      <dgm:prSet/>
      <dgm:spPr/>
      <dgm:t>
        <a:bodyPr/>
        <a:lstStyle/>
        <a:p>
          <a:endParaRPr lang="en-US"/>
        </a:p>
      </dgm:t>
    </dgm:pt>
    <dgm:pt modelId="{17DC1F93-75C0-4B30-93D5-DF962535248C}">
      <dgm:prSet/>
      <dgm:spPr/>
      <dgm:t>
        <a:bodyPr/>
        <a:lstStyle/>
        <a:p>
          <a:pPr>
            <a:buNone/>
          </a:pPr>
          <a:r>
            <a:rPr lang="en-US" b="1" dirty="0"/>
            <a:t>public </a:t>
          </a:r>
          <a:r>
            <a:rPr lang="en-US" b="1" dirty="0" err="1"/>
            <a:t>DbSet</a:t>
          </a:r>
          <a:r>
            <a:rPr lang="en-US" b="1" dirty="0"/>
            <a:t>&lt;Course&gt; Courses { get; set; }</a:t>
          </a:r>
          <a:endParaRPr lang="en-US" dirty="0"/>
        </a:p>
      </dgm:t>
    </dgm:pt>
    <dgm:pt modelId="{D8CB00C5-4A54-44CB-9981-16C84B0D1077}" type="parTrans" cxnId="{E3B0CFEE-D6DD-486C-8C37-B1548DA2565A}">
      <dgm:prSet/>
      <dgm:spPr/>
      <dgm:t>
        <a:bodyPr/>
        <a:lstStyle/>
        <a:p>
          <a:endParaRPr lang="en-US"/>
        </a:p>
      </dgm:t>
    </dgm:pt>
    <dgm:pt modelId="{7E745D20-E487-40B4-AF6E-7921E1BB54DF}" type="sibTrans" cxnId="{E3B0CFEE-D6DD-486C-8C37-B1548DA2565A}">
      <dgm:prSet/>
      <dgm:spPr/>
      <dgm:t>
        <a:bodyPr/>
        <a:lstStyle/>
        <a:p>
          <a:endParaRPr lang="en-US"/>
        </a:p>
      </dgm:t>
    </dgm:pt>
    <dgm:pt modelId="{2FA41FA9-1BCE-49C6-A520-2DA0B1F6F366}">
      <dgm:prSet/>
      <dgm:spPr/>
      <dgm:t>
        <a:bodyPr/>
        <a:lstStyle/>
        <a:p>
          <a:pPr>
            <a:buNone/>
          </a:pPr>
          <a:r>
            <a:rPr lang="en-US" dirty="0"/>
            <a:t>protected override void </a:t>
          </a:r>
          <a:r>
            <a:rPr lang="en-US" dirty="0" err="1"/>
            <a:t>OnConfiguring</a:t>
          </a:r>
          <a:r>
            <a:rPr lang="en-US" dirty="0"/>
            <a:t>(</a:t>
          </a:r>
          <a:r>
            <a:rPr lang="en-US" dirty="0" err="1"/>
            <a:t>DbContextOptionsBuilder</a:t>
          </a:r>
          <a:r>
            <a:rPr lang="en-US" dirty="0"/>
            <a:t> </a:t>
          </a:r>
          <a:r>
            <a:rPr lang="en-US" dirty="0" err="1"/>
            <a:t>optionsBuilder</a:t>
          </a:r>
          <a:r>
            <a:rPr lang="en-US" dirty="0"/>
            <a:t>)</a:t>
          </a:r>
        </a:p>
      </dgm:t>
    </dgm:pt>
    <dgm:pt modelId="{00A40D38-095E-45EE-A1D2-F2D59EC27B6B}" type="parTrans" cxnId="{4006245E-A597-47E9-A180-0BC21C3D7EDE}">
      <dgm:prSet/>
      <dgm:spPr/>
      <dgm:t>
        <a:bodyPr/>
        <a:lstStyle/>
        <a:p>
          <a:endParaRPr lang="en-US"/>
        </a:p>
      </dgm:t>
    </dgm:pt>
    <dgm:pt modelId="{E0E6D46C-0963-4B42-A34F-9D7FA1D9741B}" type="sibTrans" cxnId="{4006245E-A597-47E9-A180-0BC21C3D7EDE}">
      <dgm:prSet/>
      <dgm:spPr/>
      <dgm:t>
        <a:bodyPr/>
        <a:lstStyle/>
        <a:p>
          <a:endParaRPr lang="en-US"/>
        </a:p>
      </dgm:t>
    </dgm:pt>
    <dgm:pt modelId="{35C69C60-08B1-4E21-92D4-894B55301B91}">
      <dgm:prSet/>
      <dgm:spPr/>
      <dgm:t>
        <a:bodyPr/>
        <a:lstStyle/>
        <a:p>
          <a:pPr>
            <a:buNone/>
          </a:pPr>
          <a:r>
            <a:rPr lang="en-US" dirty="0"/>
            <a:t>{</a:t>
          </a:r>
        </a:p>
      </dgm:t>
    </dgm:pt>
    <dgm:pt modelId="{8AD936C8-5938-419A-AA20-A49DEF9AEF2C}" type="parTrans" cxnId="{5032884E-B0AD-425B-BE91-F1F8C6AC5441}">
      <dgm:prSet/>
      <dgm:spPr/>
      <dgm:t>
        <a:bodyPr/>
        <a:lstStyle/>
        <a:p>
          <a:endParaRPr lang="en-US"/>
        </a:p>
      </dgm:t>
    </dgm:pt>
    <dgm:pt modelId="{74A416A7-7A02-43DC-BD8D-3C27A8F559C6}" type="sibTrans" cxnId="{5032884E-B0AD-425B-BE91-F1F8C6AC5441}">
      <dgm:prSet/>
      <dgm:spPr/>
      <dgm:t>
        <a:bodyPr/>
        <a:lstStyle/>
        <a:p>
          <a:endParaRPr lang="en-US"/>
        </a:p>
      </dgm:t>
    </dgm:pt>
    <dgm:pt modelId="{2453AD5D-B0DD-402B-A11F-A8863F60E517}">
      <dgm:prSet/>
      <dgm:spPr/>
      <dgm:t>
        <a:bodyPr/>
        <a:lstStyle/>
        <a:p>
          <a:pPr>
            <a:buNone/>
          </a:pPr>
          <a:r>
            <a:rPr lang="en-US" dirty="0" err="1"/>
            <a:t>optionsBuilder.UseNpgsql</a:t>
          </a:r>
          <a:r>
            <a:rPr lang="en-US" dirty="0"/>
            <a:t>(</a:t>
          </a:r>
        </a:p>
      </dgm:t>
    </dgm:pt>
    <dgm:pt modelId="{DB166BD9-9AC5-4F45-A3F7-8BA1E308A25B}" type="parTrans" cxnId="{C6B73C20-F39E-4A82-A096-5071AC78C5C2}">
      <dgm:prSet/>
      <dgm:spPr/>
      <dgm:t>
        <a:bodyPr/>
        <a:lstStyle/>
        <a:p>
          <a:endParaRPr lang="en-US"/>
        </a:p>
      </dgm:t>
    </dgm:pt>
    <dgm:pt modelId="{D81A196D-2FD6-4237-9D70-AA4788249FD5}" type="sibTrans" cxnId="{C6B73C20-F39E-4A82-A096-5071AC78C5C2}">
      <dgm:prSet/>
      <dgm:spPr/>
      <dgm:t>
        <a:bodyPr/>
        <a:lstStyle/>
        <a:p>
          <a:endParaRPr lang="en-US"/>
        </a:p>
      </dgm:t>
    </dgm:pt>
    <dgm:pt modelId="{709E19E2-B62D-4EF3-BC71-6F319BC54E49}">
      <dgm:prSet/>
      <dgm:spPr/>
      <dgm:t>
        <a:bodyPr/>
        <a:lstStyle/>
        <a:p>
          <a:pPr>
            <a:buNone/>
          </a:pPr>
          <a:r>
            <a:rPr lang="en-US" dirty="0"/>
            <a:t>"Host=</a:t>
          </a:r>
          <a:r>
            <a:rPr lang="en-US" dirty="0" err="1"/>
            <a:t>localhost;Port</a:t>
          </a:r>
          <a:r>
            <a:rPr lang="en-US" dirty="0"/>
            <a:t>=5432;Database=</a:t>
          </a:r>
          <a:r>
            <a:rPr lang="en-US" dirty="0" err="1"/>
            <a:t>school_db;Username</a:t>
          </a:r>
          <a:r>
            <a:rPr lang="en-US" dirty="0"/>
            <a:t>=</a:t>
          </a:r>
          <a:r>
            <a:rPr lang="en-US" dirty="0" err="1"/>
            <a:t>postgres;Password</a:t>
          </a:r>
          <a:r>
            <a:rPr lang="en-US" dirty="0"/>
            <a:t>=</a:t>
          </a:r>
          <a:r>
            <a:rPr lang="en-US" dirty="0" err="1"/>
            <a:t>yourpassword</a:t>
          </a:r>
          <a:r>
            <a:rPr lang="en-US" dirty="0"/>
            <a:t>"</a:t>
          </a:r>
        </a:p>
      </dgm:t>
    </dgm:pt>
    <dgm:pt modelId="{724B43ED-E54A-4FC3-BFE2-F2338930C0D0}" type="parTrans" cxnId="{338B24F7-F0DE-44DE-A24E-1EA54AB71F0D}">
      <dgm:prSet/>
      <dgm:spPr/>
      <dgm:t>
        <a:bodyPr/>
        <a:lstStyle/>
        <a:p>
          <a:endParaRPr lang="en-US"/>
        </a:p>
      </dgm:t>
    </dgm:pt>
    <dgm:pt modelId="{A43C306F-FB6E-41CB-A9EE-4128A22D7C46}" type="sibTrans" cxnId="{338B24F7-F0DE-44DE-A24E-1EA54AB71F0D}">
      <dgm:prSet/>
      <dgm:spPr/>
      <dgm:t>
        <a:bodyPr/>
        <a:lstStyle/>
        <a:p>
          <a:endParaRPr lang="en-US"/>
        </a:p>
      </dgm:t>
    </dgm:pt>
    <dgm:pt modelId="{5992A318-62A6-4BE4-A594-BBE50E193DF6}">
      <dgm:prSet/>
      <dgm:spPr/>
      <dgm:t>
        <a:bodyPr/>
        <a:lstStyle/>
        <a:p>
          <a:pPr>
            <a:buNone/>
          </a:pPr>
          <a:r>
            <a:rPr lang="en-US" dirty="0"/>
            <a:t>);</a:t>
          </a:r>
        </a:p>
      </dgm:t>
    </dgm:pt>
    <dgm:pt modelId="{7B306D12-2ED9-4F52-A7B4-E966DEDA9F10}" type="parTrans" cxnId="{7A7F5412-3FAE-4225-8B9E-DA7E5E52CD01}">
      <dgm:prSet/>
      <dgm:spPr/>
      <dgm:t>
        <a:bodyPr/>
        <a:lstStyle/>
        <a:p>
          <a:endParaRPr lang="en-US"/>
        </a:p>
      </dgm:t>
    </dgm:pt>
    <dgm:pt modelId="{05D48EB5-DD4D-4EB4-A6FD-B0DCDF546BC5}" type="sibTrans" cxnId="{7A7F5412-3FAE-4225-8B9E-DA7E5E52CD01}">
      <dgm:prSet/>
      <dgm:spPr/>
      <dgm:t>
        <a:bodyPr/>
        <a:lstStyle/>
        <a:p>
          <a:endParaRPr lang="en-US"/>
        </a:p>
      </dgm:t>
    </dgm:pt>
    <dgm:pt modelId="{6F127228-4CF6-4775-9BB7-2C14F97FC52C}">
      <dgm:prSet/>
      <dgm:spPr/>
      <dgm:t>
        <a:bodyPr/>
        <a:lstStyle/>
        <a:p>
          <a:pPr>
            <a:buNone/>
          </a:pPr>
          <a:r>
            <a:rPr lang="en-US" dirty="0"/>
            <a:t>}</a:t>
          </a:r>
        </a:p>
      </dgm:t>
    </dgm:pt>
    <dgm:pt modelId="{1D6909C2-9839-4582-A303-C1EABFD4D1BD}" type="parTrans" cxnId="{08D36F66-E82B-43E1-9E12-A838B21577F4}">
      <dgm:prSet/>
      <dgm:spPr/>
      <dgm:t>
        <a:bodyPr/>
        <a:lstStyle/>
        <a:p>
          <a:endParaRPr lang="en-US"/>
        </a:p>
      </dgm:t>
    </dgm:pt>
    <dgm:pt modelId="{42AB8EBC-2FA9-41ED-9D6D-38ED4A115B99}" type="sibTrans" cxnId="{08D36F66-E82B-43E1-9E12-A838B21577F4}">
      <dgm:prSet/>
      <dgm:spPr/>
      <dgm:t>
        <a:bodyPr/>
        <a:lstStyle/>
        <a:p>
          <a:endParaRPr lang="en-US"/>
        </a:p>
      </dgm:t>
    </dgm:pt>
    <dgm:pt modelId="{BE3D7CEE-F31D-402E-B911-48F27DC4B2F3}">
      <dgm:prSet/>
      <dgm:spPr/>
      <dgm:t>
        <a:bodyPr/>
        <a:lstStyle/>
        <a:p>
          <a:pPr>
            <a:buNone/>
          </a:pPr>
          <a:r>
            <a:rPr lang="en-US" dirty="0"/>
            <a:t>}</a:t>
          </a:r>
        </a:p>
      </dgm:t>
    </dgm:pt>
    <dgm:pt modelId="{9581AAD0-8D92-4F22-9AA5-EFEE6BCBF135}" type="parTrans" cxnId="{40DB361A-F892-4674-87CA-40C07EFBE539}">
      <dgm:prSet/>
      <dgm:spPr/>
      <dgm:t>
        <a:bodyPr/>
        <a:lstStyle/>
        <a:p>
          <a:endParaRPr lang="en-US"/>
        </a:p>
      </dgm:t>
    </dgm:pt>
    <dgm:pt modelId="{0F7836AF-3E7C-41F6-846D-8288FD58A8EF}" type="sibTrans" cxnId="{40DB361A-F892-4674-87CA-40C07EFBE539}">
      <dgm:prSet/>
      <dgm:spPr/>
      <dgm:t>
        <a:bodyPr/>
        <a:lstStyle/>
        <a:p>
          <a:endParaRPr lang="en-US"/>
        </a:p>
      </dgm:t>
    </dgm:pt>
    <dgm:pt modelId="{6AB97E25-AAFD-4C9B-B227-80ED2066F059}" type="pres">
      <dgm:prSet presAssocID="{C248D2B0-8595-4A62-A3F7-F8BF78942F5F}" presName="linear" presStyleCnt="0">
        <dgm:presLayoutVars>
          <dgm:dir/>
          <dgm:animLvl val="lvl"/>
          <dgm:resizeHandles val="exact"/>
        </dgm:presLayoutVars>
      </dgm:prSet>
      <dgm:spPr/>
    </dgm:pt>
    <dgm:pt modelId="{BE959457-66A0-446E-B078-392A9C4868DE}" type="pres">
      <dgm:prSet presAssocID="{28668908-713F-44B3-9F5C-607251A3C9C8}" presName="parentLin" presStyleCnt="0"/>
      <dgm:spPr/>
    </dgm:pt>
    <dgm:pt modelId="{E156AFBA-2829-4ADF-BE9E-DFDD4E3CA25C}" type="pres">
      <dgm:prSet presAssocID="{28668908-713F-44B3-9F5C-607251A3C9C8}" presName="parentLeftMargin" presStyleLbl="node1" presStyleIdx="0" presStyleCnt="2"/>
      <dgm:spPr/>
    </dgm:pt>
    <dgm:pt modelId="{66EC312B-AB11-4BA8-B45D-E1F9FBF95EF0}" type="pres">
      <dgm:prSet presAssocID="{28668908-713F-44B3-9F5C-607251A3C9C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F39A18E-4C42-496F-823B-A0DDA20BEBA8}" type="pres">
      <dgm:prSet presAssocID="{28668908-713F-44B3-9F5C-607251A3C9C8}" presName="negativeSpace" presStyleCnt="0"/>
      <dgm:spPr/>
    </dgm:pt>
    <dgm:pt modelId="{93489724-9FA1-46BB-82E0-565D98253032}" type="pres">
      <dgm:prSet presAssocID="{28668908-713F-44B3-9F5C-607251A3C9C8}" presName="childText" presStyleLbl="conFgAcc1" presStyleIdx="0" presStyleCnt="2">
        <dgm:presLayoutVars>
          <dgm:bulletEnabled val="1"/>
        </dgm:presLayoutVars>
      </dgm:prSet>
      <dgm:spPr/>
    </dgm:pt>
    <dgm:pt modelId="{E63F984E-54A9-4BDB-BD8C-3B2BCB87FF80}" type="pres">
      <dgm:prSet presAssocID="{F34FA8B5-B6BC-4BE2-BFDB-7E861A4D2ACF}" presName="spaceBetweenRectangles" presStyleCnt="0"/>
      <dgm:spPr/>
    </dgm:pt>
    <dgm:pt modelId="{B91ECC66-7FBB-4EDF-8A30-F045B5E46E7B}" type="pres">
      <dgm:prSet presAssocID="{01DCC9A5-F50C-401C-B2B0-DD1EB78719E8}" presName="parentLin" presStyleCnt="0"/>
      <dgm:spPr/>
    </dgm:pt>
    <dgm:pt modelId="{10BF6A56-27DE-46D3-A85C-C6AE95689FB4}" type="pres">
      <dgm:prSet presAssocID="{01DCC9A5-F50C-401C-B2B0-DD1EB78719E8}" presName="parentLeftMargin" presStyleLbl="node1" presStyleIdx="0" presStyleCnt="2"/>
      <dgm:spPr/>
    </dgm:pt>
    <dgm:pt modelId="{401899B1-FA60-4A28-8027-304B3A90EFEC}" type="pres">
      <dgm:prSet presAssocID="{01DCC9A5-F50C-401C-B2B0-DD1EB78719E8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663EB374-0E51-4242-93ED-483206049C3F}" type="pres">
      <dgm:prSet presAssocID="{01DCC9A5-F50C-401C-B2B0-DD1EB78719E8}" presName="negativeSpace" presStyleCnt="0"/>
      <dgm:spPr/>
    </dgm:pt>
    <dgm:pt modelId="{F2566848-B322-4E71-87BA-AAE8FF95A6FA}" type="pres">
      <dgm:prSet presAssocID="{01DCC9A5-F50C-401C-B2B0-DD1EB78719E8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BCEC2605-E1D8-4E0C-9CE4-E888E3E7C2C0}" srcId="{C248D2B0-8595-4A62-A3F7-F8BF78942F5F}" destId="{01DCC9A5-F50C-401C-B2B0-DD1EB78719E8}" srcOrd="1" destOrd="0" parTransId="{CF844495-0E35-4CDB-ABF0-913ED132F948}" sibTransId="{D60B7080-08BF-4F52-A42A-49B0843D2917}"/>
    <dgm:cxn modelId="{BE80E005-F7E5-496A-A8B1-0EA39E0C9101}" type="presOf" srcId="{28668908-713F-44B3-9F5C-607251A3C9C8}" destId="{66EC312B-AB11-4BA8-B45D-E1F9FBF95EF0}" srcOrd="1" destOrd="0" presId="urn:microsoft.com/office/officeart/2005/8/layout/list1"/>
    <dgm:cxn modelId="{57DF4407-55C7-4B8D-8B3B-B45D37C91DCF}" srcId="{C248D2B0-8595-4A62-A3F7-F8BF78942F5F}" destId="{28668908-713F-44B3-9F5C-607251A3C9C8}" srcOrd="0" destOrd="0" parTransId="{56E1BA9B-C829-49F0-9933-5B4535371BE3}" sibTransId="{F34FA8B5-B6BC-4BE2-BFDB-7E861A4D2ACF}"/>
    <dgm:cxn modelId="{7A7F5412-3FAE-4225-8B9E-DA7E5E52CD01}" srcId="{35C69C60-08B1-4E21-92D4-894B55301B91}" destId="{5992A318-62A6-4BE4-A594-BBE50E193DF6}" srcOrd="2" destOrd="0" parTransId="{7B306D12-2ED9-4F52-A7B4-E966DEDA9F10}" sibTransId="{05D48EB5-DD4D-4EB4-A6FD-B0DCDF546BC5}"/>
    <dgm:cxn modelId="{40DB361A-F892-4674-87CA-40C07EFBE539}" srcId="{01DCC9A5-F50C-401C-B2B0-DD1EB78719E8}" destId="{BE3D7CEE-F31D-402E-B911-48F27DC4B2F3}" srcOrd="3" destOrd="0" parTransId="{9581AAD0-8D92-4F22-9AA5-EFEE6BCBF135}" sibTransId="{0F7836AF-3E7C-41F6-846D-8288FD58A8EF}"/>
    <dgm:cxn modelId="{C6B73C20-F39E-4A82-A096-5071AC78C5C2}" srcId="{35C69C60-08B1-4E21-92D4-894B55301B91}" destId="{2453AD5D-B0DD-402B-A11F-A8863F60E517}" srcOrd="0" destOrd="0" parTransId="{DB166BD9-9AC5-4F45-A3F7-8BA1E308A25B}" sibTransId="{D81A196D-2FD6-4237-9D70-AA4788249FD5}"/>
    <dgm:cxn modelId="{598DF330-DA3C-40D7-92C7-A8D36D9C47FC}" srcId="{01DCC9A5-F50C-401C-B2B0-DD1EB78719E8}" destId="{E93ECB7E-217E-48CA-AEDA-6CA5247BC711}" srcOrd="0" destOrd="0" parTransId="{A3F8A359-94A0-4EB6-9815-91D3F4970C2B}" sibTransId="{D4BE3B6E-70FE-460B-95C0-38A9369310D4}"/>
    <dgm:cxn modelId="{4342C037-1247-455A-9E12-36FABEBB207B}" srcId="{01DCC9A5-F50C-401C-B2B0-DD1EB78719E8}" destId="{A2390D4B-3388-4551-AED5-5C01C41F5589}" srcOrd="1" destOrd="0" parTransId="{1D84BEAA-1EA4-4C9D-B762-0AC25F0146F5}" sibTransId="{6275B27C-A0C8-4153-AC5C-E14E490C4744}"/>
    <dgm:cxn modelId="{4006245E-A597-47E9-A180-0BC21C3D7EDE}" srcId="{A47D484D-0C0D-4E43-8664-C5FEBB515F25}" destId="{2FA41FA9-1BCE-49C6-A520-2DA0B1F6F366}" srcOrd="2" destOrd="0" parTransId="{00A40D38-095E-45EE-A1D2-F2D59EC27B6B}" sibTransId="{E0E6D46C-0963-4B42-A34F-9D7FA1D9741B}"/>
    <dgm:cxn modelId="{49378065-5616-4D21-97FF-5114B2442CE1}" type="presOf" srcId="{01DCC9A5-F50C-401C-B2B0-DD1EB78719E8}" destId="{10BF6A56-27DE-46D3-A85C-C6AE95689FB4}" srcOrd="0" destOrd="0" presId="urn:microsoft.com/office/officeart/2005/8/layout/list1"/>
    <dgm:cxn modelId="{08D36F66-E82B-43E1-9E12-A838B21577F4}" srcId="{A47D484D-0C0D-4E43-8664-C5FEBB515F25}" destId="{6F127228-4CF6-4775-9BB7-2C14F97FC52C}" srcOrd="4" destOrd="0" parTransId="{1D6909C2-9839-4582-A303-C1EABFD4D1BD}" sibTransId="{42AB8EBC-2FA9-41ED-9D6D-38ED4A115B99}"/>
    <dgm:cxn modelId="{5032884E-B0AD-425B-BE91-F1F8C6AC5441}" srcId="{A47D484D-0C0D-4E43-8664-C5FEBB515F25}" destId="{35C69C60-08B1-4E21-92D4-894B55301B91}" srcOrd="3" destOrd="0" parTransId="{8AD936C8-5938-419A-AA20-A49DEF9AEF2C}" sibTransId="{74A416A7-7A02-43DC-BD8D-3C27A8F559C6}"/>
    <dgm:cxn modelId="{5F7ACE70-A46E-4ECF-8D70-EE8FC95C9ABB}" type="presOf" srcId="{01DCC9A5-F50C-401C-B2B0-DD1EB78719E8}" destId="{401899B1-FA60-4A28-8027-304B3A90EFEC}" srcOrd="1" destOrd="0" presId="urn:microsoft.com/office/officeart/2005/8/layout/list1"/>
    <dgm:cxn modelId="{74F2BA75-9B52-4B87-8FD9-918AC86F2B46}" type="presOf" srcId="{35C69C60-08B1-4E21-92D4-894B55301B91}" destId="{F2566848-B322-4E71-87BA-AAE8FF95A6FA}" srcOrd="0" destOrd="6" presId="urn:microsoft.com/office/officeart/2005/8/layout/list1"/>
    <dgm:cxn modelId="{C268CD7D-4B83-46FA-9C97-F6697439CB7C}" type="presOf" srcId="{A47D484D-0C0D-4E43-8664-C5FEBB515F25}" destId="{F2566848-B322-4E71-87BA-AAE8FF95A6FA}" srcOrd="0" destOrd="2" presId="urn:microsoft.com/office/officeart/2005/8/layout/list1"/>
    <dgm:cxn modelId="{93355581-DD4B-4BF2-A3D6-2A0EFCFD7FB4}" type="presOf" srcId="{C248D2B0-8595-4A62-A3F7-F8BF78942F5F}" destId="{6AB97E25-AAFD-4C9B-B227-80ED2066F059}" srcOrd="0" destOrd="0" presId="urn:microsoft.com/office/officeart/2005/8/layout/list1"/>
    <dgm:cxn modelId="{A65BFC87-564A-4B99-AE85-B20D1847F788}" srcId="{A47D484D-0C0D-4E43-8664-C5FEBB515F25}" destId="{6BE901E7-80CD-43B2-9C10-6C1A4C3B9417}" srcOrd="0" destOrd="0" parTransId="{E5A6B604-5BEC-4E20-8456-B40C84BBA40E}" sibTransId="{F8EF22A8-51EE-4DD1-ABAD-116FCE0742F0}"/>
    <dgm:cxn modelId="{F363359B-54CF-487B-ACA4-63AF8D6F07BA}" type="presOf" srcId="{6BE901E7-80CD-43B2-9C10-6C1A4C3B9417}" destId="{F2566848-B322-4E71-87BA-AAE8FF95A6FA}" srcOrd="0" destOrd="3" presId="urn:microsoft.com/office/officeart/2005/8/layout/list1"/>
    <dgm:cxn modelId="{5EEFEFA3-1C56-4A55-972E-571A3F491BE7}" srcId="{28668908-713F-44B3-9F5C-607251A3C9C8}" destId="{10452B41-2D97-48EF-8054-EE3FE172DB73}" srcOrd="0" destOrd="0" parTransId="{9B6D0457-A46E-4978-B73B-45D62E0E9823}" sibTransId="{CF01A4E3-DC7F-4859-B9B0-9736D303163F}"/>
    <dgm:cxn modelId="{A552B5A7-16BC-4B3D-A7C9-E3B1CD9DBC0C}" type="presOf" srcId="{28668908-713F-44B3-9F5C-607251A3C9C8}" destId="{E156AFBA-2829-4ADF-BE9E-DFDD4E3CA25C}" srcOrd="0" destOrd="0" presId="urn:microsoft.com/office/officeart/2005/8/layout/list1"/>
    <dgm:cxn modelId="{ABA818A8-E517-450D-BDD9-9C508F46BB2E}" type="presOf" srcId="{17DC1F93-75C0-4B30-93D5-DF962535248C}" destId="{F2566848-B322-4E71-87BA-AAE8FF95A6FA}" srcOrd="0" destOrd="4" presId="urn:microsoft.com/office/officeart/2005/8/layout/list1"/>
    <dgm:cxn modelId="{D2BA24B3-1051-4F52-A081-84F9DA4CE2A8}" type="presOf" srcId="{6F127228-4CF6-4775-9BB7-2C14F97FC52C}" destId="{F2566848-B322-4E71-87BA-AAE8FF95A6FA}" srcOrd="0" destOrd="10" presId="urn:microsoft.com/office/officeart/2005/8/layout/list1"/>
    <dgm:cxn modelId="{8ED083B3-5158-4FE7-833E-FED45D5AE4FD}" srcId="{01DCC9A5-F50C-401C-B2B0-DD1EB78719E8}" destId="{A47D484D-0C0D-4E43-8664-C5FEBB515F25}" srcOrd="2" destOrd="0" parTransId="{6B3824C2-7254-418F-80F3-EDBC3A3EFA06}" sibTransId="{8FD138F6-9BEA-4660-A2D9-335C1C320A8E}"/>
    <dgm:cxn modelId="{F76627BE-8BB3-42FC-A06D-5EEB392ED02E}" type="presOf" srcId="{E93ECB7E-217E-48CA-AEDA-6CA5247BC711}" destId="{F2566848-B322-4E71-87BA-AAE8FF95A6FA}" srcOrd="0" destOrd="0" presId="urn:microsoft.com/office/officeart/2005/8/layout/list1"/>
    <dgm:cxn modelId="{1B111CD3-4CDA-4D20-A1BC-5DAC6B6275C4}" type="presOf" srcId="{BE3D7CEE-F31D-402E-B911-48F27DC4B2F3}" destId="{F2566848-B322-4E71-87BA-AAE8FF95A6FA}" srcOrd="0" destOrd="11" presId="urn:microsoft.com/office/officeart/2005/8/layout/list1"/>
    <dgm:cxn modelId="{07D391E1-6536-4B8A-8110-C08F6802F68C}" type="presOf" srcId="{5992A318-62A6-4BE4-A594-BBE50E193DF6}" destId="{F2566848-B322-4E71-87BA-AAE8FF95A6FA}" srcOrd="0" destOrd="9" presId="urn:microsoft.com/office/officeart/2005/8/layout/list1"/>
    <dgm:cxn modelId="{A8041EE5-EB6E-41ED-B512-9718D7FA279F}" type="presOf" srcId="{10452B41-2D97-48EF-8054-EE3FE172DB73}" destId="{93489724-9FA1-46BB-82E0-565D98253032}" srcOrd="0" destOrd="0" presId="urn:microsoft.com/office/officeart/2005/8/layout/list1"/>
    <dgm:cxn modelId="{AD5D79EB-D468-4410-8B84-A7204BDCF943}" type="presOf" srcId="{709E19E2-B62D-4EF3-BC71-6F319BC54E49}" destId="{F2566848-B322-4E71-87BA-AAE8FF95A6FA}" srcOrd="0" destOrd="8" presId="urn:microsoft.com/office/officeart/2005/8/layout/list1"/>
    <dgm:cxn modelId="{C06CBFEB-A848-46D9-9BC8-835CDA90BFAC}" type="presOf" srcId="{A2390D4B-3388-4551-AED5-5C01C41F5589}" destId="{F2566848-B322-4E71-87BA-AAE8FF95A6FA}" srcOrd="0" destOrd="1" presId="urn:microsoft.com/office/officeart/2005/8/layout/list1"/>
    <dgm:cxn modelId="{E3B0CFEE-D6DD-486C-8C37-B1548DA2565A}" srcId="{A47D484D-0C0D-4E43-8664-C5FEBB515F25}" destId="{17DC1F93-75C0-4B30-93D5-DF962535248C}" srcOrd="1" destOrd="0" parTransId="{D8CB00C5-4A54-44CB-9981-16C84B0D1077}" sibTransId="{7E745D20-E487-40B4-AF6E-7921E1BB54DF}"/>
    <dgm:cxn modelId="{89E786F2-FB31-490B-97B7-D8478C67F0AD}" type="presOf" srcId="{2453AD5D-B0DD-402B-A11F-A8863F60E517}" destId="{F2566848-B322-4E71-87BA-AAE8FF95A6FA}" srcOrd="0" destOrd="7" presId="urn:microsoft.com/office/officeart/2005/8/layout/list1"/>
    <dgm:cxn modelId="{338B24F7-F0DE-44DE-A24E-1EA54AB71F0D}" srcId="{35C69C60-08B1-4E21-92D4-894B55301B91}" destId="{709E19E2-B62D-4EF3-BC71-6F319BC54E49}" srcOrd="1" destOrd="0" parTransId="{724B43ED-E54A-4FC3-BFE2-F2338930C0D0}" sibTransId="{A43C306F-FB6E-41CB-A9EE-4128A22D7C46}"/>
    <dgm:cxn modelId="{71477AF9-BE24-4477-85EE-EB847E274F5A}" type="presOf" srcId="{2FA41FA9-1BCE-49C6-A520-2DA0B1F6F366}" destId="{F2566848-B322-4E71-87BA-AAE8FF95A6FA}" srcOrd="0" destOrd="5" presId="urn:microsoft.com/office/officeart/2005/8/layout/list1"/>
    <dgm:cxn modelId="{F73DD60C-136E-4E79-A53F-7DDA01BE4E8D}" type="presParOf" srcId="{6AB97E25-AAFD-4C9B-B227-80ED2066F059}" destId="{BE959457-66A0-446E-B078-392A9C4868DE}" srcOrd="0" destOrd="0" presId="urn:microsoft.com/office/officeart/2005/8/layout/list1"/>
    <dgm:cxn modelId="{0D168F79-894B-4663-939B-18A60FBA6C91}" type="presParOf" srcId="{BE959457-66A0-446E-B078-392A9C4868DE}" destId="{E156AFBA-2829-4ADF-BE9E-DFDD4E3CA25C}" srcOrd="0" destOrd="0" presId="urn:microsoft.com/office/officeart/2005/8/layout/list1"/>
    <dgm:cxn modelId="{BB7C6D3D-C1BD-40FA-80EE-F98ECE5A9414}" type="presParOf" srcId="{BE959457-66A0-446E-B078-392A9C4868DE}" destId="{66EC312B-AB11-4BA8-B45D-E1F9FBF95EF0}" srcOrd="1" destOrd="0" presId="urn:microsoft.com/office/officeart/2005/8/layout/list1"/>
    <dgm:cxn modelId="{2285EF40-26FF-4081-B73A-D433F0DDBF2F}" type="presParOf" srcId="{6AB97E25-AAFD-4C9B-B227-80ED2066F059}" destId="{6F39A18E-4C42-496F-823B-A0DDA20BEBA8}" srcOrd="1" destOrd="0" presId="urn:microsoft.com/office/officeart/2005/8/layout/list1"/>
    <dgm:cxn modelId="{210BD8D3-35DF-406A-842E-BA742C73BDFC}" type="presParOf" srcId="{6AB97E25-AAFD-4C9B-B227-80ED2066F059}" destId="{93489724-9FA1-46BB-82E0-565D98253032}" srcOrd="2" destOrd="0" presId="urn:microsoft.com/office/officeart/2005/8/layout/list1"/>
    <dgm:cxn modelId="{841D12AA-57DF-4CF5-935C-4072F1F7775E}" type="presParOf" srcId="{6AB97E25-AAFD-4C9B-B227-80ED2066F059}" destId="{E63F984E-54A9-4BDB-BD8C-3B2BCB87FF80}" srcOrd="3" destOrd="0" presId="urn:microsoft.com/office/officeart/2005/8/layout/list1"/>
    <dgm:cxn modelId="{EEDD8838-F650-4D64-A8DA-46D5A85A37B8}" type="presParOf" srcId="{6AB97E25-AAFD-4C9B-B227-80ED2066F059}" destId="{B91ECC66-7FBB-4EDF-8A30-F045B5E46E7B}" srcOrd="4" destOrd="0" presId="urn:microsoft.com/office/officeart/2005/8/layout/list1"/>
    <dgm:cxn modelId="{E21ACA2D-1D86-4A37-86E0-29070B11C764}" type="presParOf" srcId="{B91ECC66-7FBB-4EDF-8A30-F045B5E46E7B}" destId="{10BF6A56-27DE-46D3-A85C-C6AE95689FB4}" srcOrd="0" destOrd="0" presId="urn:microsoft.com/office/officeart/2005/8/layout/list1"/>
    <dgm:cxn modelId="{597BC066-644D-4274-A234-F65EA6CFB5B7}" type="presParOf" srcId="{B91ECC66-7FBB-4EDF-8A30-F045B5E46E7B}" destId="{401899B1-FA60-4A28-8027-304B3A90EFEC}" srcOrd="1" destOrd="0" presId="urn:microsoft.com/office/officeart/2005/8/layout/list1"/>
    <dgm:cxn modelId="{23941031-94FE-4A0C-8393-7575424841E9}" type="presParOf" srcId="{6AB97E25-AAFD-4C9B-B227-80ED2066F059}" destId="{663EB374-0E51-4242-93ED-483206049C3F}" srcOrd="5" destOrd="0" presId="urn:microsoft.com/office/officeart/2005/8/layout/list1"/>
    <dgm:cxn modelId="{86021FD4-ABFB-4D99-9646-D7FBA955F75F}" type="presParOf" srcId="{6AB97E25-AAFD-4C9B-B227-80ED2066F059}" destId="{F2566848-B322-4E71-87BA-AAE8FF95A6FA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04D04F-17D8-491F-9431-35793FC42097}">
      <dsp:nvSpPr>
        <dsp:cNvPr id="0" name=""/>
        <dsp:cNvSpPr/>
      </dsp:nvSpPr>
      <dsp:spPr>
        <a:xfrm rot="5400000">
          <a:off x="6213825" y="-2193954"/>
          <a:ext cx="1873565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Code Editor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Where we write our C# code.</a:t>
          </a:r>
        </a:p>
      </dsp:txBody>
      <dsp:txXfrm rot="-5400000">
        <a:off x="3785616" y="325715"/>
        <a:ext cx="6638524" cy="1690645"/>
      </dsp:txXfrm>
    </dsp:sp>
    <dsp:sp modelId="{698CABC2-8E34-437D-933D-130176586231}">
      <dsp:nvSpPr>
        <dsp:cNvPr id="0" name=""/>
        <dsp:cNvSpPr/>
      </dsp:nvSpPr>
      <dsp:spPr>
        <a:xfrm>
          <a:off x="0" y="58"/>
          <a:ext cx="3785616" cy="234195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3840" tIns="121920" rIns="243840" bIns="121920" numCol="1" spcCol="1270" anchor="ctr" anchorCtr="0">
          <a:noAutofit/>
        </a:bodyPr>
        <a:lstStyle/>
        <a:p>
          <a:pPr marL="0" lvl="0" indent="0" algn="ctr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b="1" kern="1200"/>
            <a:t>VS Code</a:t>
          </a:r>
          <a:endParaRPr lang="en-US" sz="6400" kern="1200"/>
        </a:p>
      </dsp:txBody>
      <dsp:txXfrm>
        <a:off x="114325" y="114383"/>
        <a:ext cx="3556966" cy="2113307"/>
      </dsp:txXfrm>
    </dsp:sp>
    <dsp:sp modelId="{1CB188A2-E591-4A27-9C86-163AFDF7C330}">
      <dsp:nvSpPr>
        <dsp:cNvPr id="0" name=""/>
        <dsp:cNvSpPr/>
      </dsp:nvSpPr>
      <dsp:spPr>
        <a:xfrm rot="5400000">
          <a:off x="6213825" y="265100"/>
          <a:ext cx="1873565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Code Compiler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Allows to create and execute C# applications.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Try:</a:t>
          </a:r>
        </a:p>
        <a:p>
          <a:pPr marL="457200" lvl="2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/>
            <a:t>dotnet –-version</a:t>
          </a:r>
        </a:p>
      </dsp:txBody>
      <dsp:txXfrm rot="-5400000">
        <a:off x="3785616" y="2784769"/>
        <a:ext cx="6638524" cy="1690645"/>
      </dsp:txXfrm>
    </dsp:sp>
    <dsp:sp modelId="{2B5B9746-70CA-47E0-A57B-915763E3BB82}">
      <dsp:nvSpPr>
        <dsp:cNvPr id="0" name=""/>
        <dsp:cNvSpPr/>
      </dsp:nvSpPr>
      <dsp:spPr>
        <a:xfrm>
          <a:off x="0" y="2459113"/>
          <a:ext cx="3785616" cy="234195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3840" tIns="121920" rIns="243840" bIns="121920" numCol="1" spcCol="1270" anchor="ctr" anchorCtr="0">
          <a:noAutofit/>
        </a:bodyPr>
        <a:lstStyle/>
        <a:p>
          <a:pPr marL="0" lvl="0" indent="0" algn="ctr" defTabSz="2844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400" kern="1200"/>
            <a:t>.</a:t>
          </a:r>
          <a:r>
            <a:rPr lang="en-US" sz="6400" b="1" kern="1200"/>
            <a:t>NET SDK</a:t>
          </a:r>
          <a:endParaRPr lang="en-US" sz="6400" kern="1200"/>
        </a:p>
      </dsp:txBody>
      <dsp:txXfrm>
        <a:off x="114325" y="2573438"/>
        <a:ext cx="3556966" cy="211330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8AC835-D1D2-42B0-A98D-5F6EFFDDA25E}">
      <dsp:nvSpPr>
        <dsp:cNvPr id="0" name=""/>
        <dsp:cNvSpPr/>
      </dsp:nvSpPr>
      <dsp:spPr>
        <a:xfrm>
          <a:off x="0" y="780183"/>
          <a:ext cx="10515600" cy="144033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9F0E2D-64D4-4993-8CA4-6826E19B819A}">
      <dsp:nvSpPr>
        <dsp:cNvPr id="0" name=""/>
        <dsp:cNvSpPr/>
      </dsp:nvSpPr>
      <dsp:spPr>
        <a:xfrm>
          <a:off x="435702" y="1104259"/>
          <a:ext cx="792186" cy="7921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51701C-0AF3-41E8-831E-54B3E8FF8B8E}">
      <dsp:nvSpPr>
        <dsp:cNvPr id="0" name=""/>
        <dsp:cNvSpPr/>
      </dsp:nvSpPr>
      <dsp:spPr>
        <a:xfrm>
          <a:off x="1663591" y="780183"/>
          <a:ext cx="4732020" cy="14403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36" tIns="152436" rIns="152436" bIns="15243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PostgreSQL</a:t>
          </a:r>
          <a:endParaRPr lang="en-US" sz="2500" kern="1200"/>
        </a:p>
      </dsp:txBody>
      <dsp:txXfrm>
        <a:off x="1663591" y="780183"/>
        <a:ext cx="4732020" cy="1440339"/>
      </dsp:txXfrm>
    </dsp:sp>
    <dsp:sp modelId="{CF45FC61-919D-458D-8266-A0347E295BA5}">
      <dsp:nvSpPr>
        <dsp:cNvPr id="0" name=""/>
        <dsp:cNvSpPr/>
      </dsp:nvSpPr>
      <dsp:spPr>
        <a:xfrm>
          <a:off x="6395611" y="780183"/>
          <a:ext cx="4119988" cy="14403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36" tIns="152436" rIns="152436" bIns="15243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Database system (data storage)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Where data is permanently stored.</a:t>
          </a:r>
        </a:p>
      </dsp:txBody>
      <dsp:txXfrm>
        <a:off x="6395611" y="780183"/>
        <a:ext cx="4119988" cy="1440339"/>
      </dsp:txXfrm>
    </dsp:sp>
    <dsp:sp modelId="{AB96B5B9-82A2-4709-AD35-7AEE844D4056}">
      <dsp:nvSpPr>
        <dsp:cNvPr id="0" name=""/>
        <dsp:cNvSpPr/>
      </dsp:nvSpPr>
      <dsp:spPr>
        <a:xfrm>
          <a:off x="0" y="2580607"/>
          <a:ext cx="10515600" cy="1440339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ECB257-3E85-445D-A7FF-42CA786DFE00}">
      <dsp:nvSpPr>
        <dsp:cNvPr id="0" name=""/>
        <dsp:cNvSpPr/>
      </dsp:nvSpPr>
      <dsp:spPr>
        <a:xfrm>
          <a:off x="435702" y="2904683"/>
          <a:ext cx="792186" cy="7921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5B307F-6112-4E70-9A9C-5081298D688F}">
      <dsp:nvSpPr>
        <dsp:cNvPr id="0" name=""/>
        <dsp:cNvSpPr/>
      </dsp:nvSpPr>
      <dsp:spPr>
        <a:xfrm>
          <a:off x="1663591" y="2580607"/>
          <a:ext cx="4732020" cy="14403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36" tIns="152436" rIns="152436" bIns="15243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b="1" kern="1200"/>
            <a:t>pgAdmin</a:t>
          </a:r>
          <a:endParaRPr lang="en-US" sz="2500" kern="1200"/>
        </a:p>
      </dsp:txBody>
      <dsp:txXfrm>
        <a:off x="1663591" y="2580607"/>
        <a:ext cx="4732020" cy="1440339"/>
      </dsp:txXfrm>
    </dsp:sp>
    <dsp:sp modelId="{4F465801-E950-4428-8C54-F4B24701951E}">
      <dsp:nvSpPr>
        <dsp:cNvPr id="0" name=""/>
        <dsp:cNvSpPr/>
      </dsp:nvSpPr>
      <dsp:spPr>
        <a:xfrm>
          <a:off x="6395611" y="2580607"/>
          <a:ext cx="4119988" cy="14403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36" tIns="152436" rIns="152436" bIns="15243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Dashboard or Control Panel of PostgreSQL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 tool for managing and ease of configuration for the database system. </a:t>
          </a:r>
        </a:p>
      </dsp:txBody>
      <dsp:txXfrm>
        <a:off x="6395611" y="2580607"/>
        <a:ext cx="4119988" cy="144033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1B10DE-0378-4403-81D7-23D6E6FD514D}">
      <dsp:nvSpPr>
        <dsp:cNvPr id="0" name=""/>
        <dsp:cNvSpPr/>
      </dsp:nvSpPr>
      <dsp:spPr>
        <a:xfrm>
          <a:off x="0" y="780183"/>
          <a:ext cx="10515600" cy="144033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C58DAA-1833-48C7-821C-15AF5A07162F}">
      <dsp:nvSpPr>
        <dsp:cNvPr id="0" name=""/>
        <dsp:cNvSpPr/>
      </dsp:nvSpPr>
      <dsp:spPr>
        <a:xfrm>
          <a:off x="435702" y="1104259"/>
          <a:ext cx="792186" cy="7921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B6C089-1EA8-45CC-A0D0-9C9B856FF203}">
      <dsp:nvSpPr>
        <dsp:cNvPr id="0" name=""/>
        <dsp:cNvSpPr/>
      </dsp:nvSpPr>
      <dsp:spPr>
        <a:xfrm>
          <a:off x="1663591" y="780183"/>
          <a:ext cx="8852008" cy="14403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36" tIns="152436" rIns="152436" bIns="15243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What do you think happens if we remove the database?</a:t>
          </a:r>
        </a:p>
      </dsp:txBody>
      <dsp:txXfrm>
        <a:off x="1663591" y="780183"/>
        <a:ext cx="8852008" cy="1440339"/>
      </dsp:txXfrm>
    </dsp:sp>
    <dsp:sp modelId="{939F41EF-25AE-42D4-8202-A81458F88E71}">
      <dsp:nvSpPr>
        <dsp:cNvPr id="0" name=""/>
        <dsp:cNvSpPr/>
      </dsp:nvSpPr>
      <dsp:spPr>
        <a:xfrm>
          <a:off x="0" y="2580607"/>
          <a:ext cx="10515600" cy="144033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889E4F-E988-467D-84DD-67F15A2DEAC5}">
      <dsp:nvSpPr>
        <dsp:cNvPr id="0" name=""/>
        <dsp:cNvSpPr/>
      </dsp:nvSpPr>
      <dsp:spPr>
        <a:xfrm>
          <a:off x="435702" y="2904683"/>
          <a:ext cx="792186" cy="7921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052C1D-58AA-489B-AA8F-B247EB6EBAEE}">
      <dsp:nvSpPr>
        <dsp:cNvPr id="0" name=""/>
        <dsp:cNvSpPr/>
      </dsp:nvSpPr>
      <dsp:spPr>
        <a:xfrm>
          <a:off x="1663591" y="2580607"/>
          <a:ext cx="8852008" cy="14403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36" tIns="152436" rIns="152436" bIns="15243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Can an application work without storing data?</a:t>
          </a:r>
        </a:p>
      </dsp:txBody>
      <dsp:txXfrm>
        <a:off x="1663591" y="2580607"/>
        <a:ext cx="8852008" cy="1440339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C3E91BE-8069-4049-9BF3-DF2B5CAEB017}">
      <dsp:nvSpPr>
        <dsp:cNvPr id="0" name=""/>
        <dsp:cNvSpPr/>
      </dsp:nvSpPr>
      <dsp:spPr>
        <a:xfrm>
          <a:off x="0" y="780183"/>
          <a:ext cx="10515600" cy="144033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B0D4AD-C557-4B86-AFC0-685ADC340FF3}">
      <dsp:nvSpPr>
        <dsp:cNvPr id="0" name=""/>
        <dsp:cNvSpPr/>
      </dsp:nvSpPr>
      <dsp:spPr>
        <a:xfrm>
          <a:off x="435702" y="1104259"/>
          <a:ext cx="792186" cy="7921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88F839-0226-4654-8D24-DFBC36BF03E5}">
      <dsp:nvSpPr>
        <dsp:cNvPr id="0" name=""/>
        <dsp:cNvSpPr/>
      </dsp:nvSpPr>
      <dsp:spPr>
        <a:xfrm>
          <a:off x="1663591" y="780183"/>
          <a:ext cx="4732020" cy="14403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36" tIns="152436" rIns="152436" bIns="15243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Open the project in </a:t>
          </a:r>
          <a:r>
            <a:rPr lang="en-US" sz="2500" b="1" kern="1200"/>
            <a:t>VS Code</a:t>
          </a:r>
          <a:r>
            <a:rPr lang="en-US" sz="2500" kern="1200"/>
            <a:t> by running the following command:</a:t>
          </a:r>
        </a:p>
      </dsp:txBody>
      <dsp:txXfrm>
        <a:off x="1663591" y="780183"/>
        <a:ext cx="4732020" cy="1440339"/>
      </dsp:txXfrm>
    </dsp:sp>
    <dsp:sp modelId="{399952A7-F556-4822-8324-23D339170183}">
      <dsp:nvSpPr>
        <dsp:cNvPr id="0" name=""/>
        <dsp:cNvSpPr/>
      </dsp:nvSpPr>
      <dsp:spPr>
        <a:xfrm>
          <a:off x="6395611" y="780183"/>
          <a:ext cx="4119988" cy="14403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36" tIns="152436" rIns="152436" bIns="152436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cd </a:t>
          </a:r>
          <a:r>
            <a:rPr lang="en-US" sz="1800" b="1" kern="1200" dirty="0" err="1"/>
            <a:t>BootcampEF</a:t>
          </a:r>
          <a:endParaRPr lang="en-US" sz="1800" b="1" kern="1200" dirty="0"/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/>
            <a:t>code . </a:t>
          </a:r>
        </a:p>
      </dsp:txBody>
      <dsp:txXfrm>
        <a:off x="6395611" y="780183"/>
        <a:ext cx="4119988" cy="1440339"/>
      </dsp:txXfrm>
    </dsp:sp>
    <dsp:sp modelId="{12ABF85C-98E9-4C26-95F6-4E77D7E76A26}">
      <dsp:nvSpPr>
        <dsp:cNvPr id="0" name=""/>
        <dsp:cNvSpPr/>
      </dsp:nvSpPr>
      <dsp:spPr>
        <a:xfrm>
          <a:off x="0" y="2580607"/>
          <a:ext cx="10515600" cy="144033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B5C53D-1E44-45E7-885F-1E1D54284852}">
      <dsp:nvSpPr>
        <dsp:cNvPr id="0" name=""/>
        <dsp:cNvSpPr/>
      </dsp:nvSpPr>
      <dsp:spPr>
        <a:xfrm>
          <a:off x="435702" y="2904683"/>
          <a:ext cx="792186" cy="79218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82AE76-16EB-443B-AD1E-EEAB48CE9EA8}">
      <dsp:nvSpPr>
        <dsp:cNvPr id="0" name=""/>
        <dsp:cNvSpPr/>
      </dsp:nvSpPr>
      <dsp:spPr>
        <a:xfrm>
          <a:off x="1663591" y="2580607"/>
          <a:ext cx="8852008" cy="14403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2436" tIns="152436" rIns="152436" bIns="152436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In </a:t>
          </a:r>
          <a:r>
            <a:rPr lang="en-US" sz="2500" b="1" kern="1200"/>
            <a:t>VS Code</a:t>
          </a:r>
          <a:r>
            <a:rPr lang="en-US" sz="2500" kern="1200"/>
            <a:t>, see what files are automatically created.</a:t>
          </a:r>
        </a:p>
      </dsp:txBody>
      <dsp:txXfrm>
        <a:off x="1663591" y="2580607"/>
        <a:ext cx="8852008" cy="144033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04D04F-17D8-491F-9431-35793FC42097}">
      <dsp:nvSpPr>
        <dsp:cNvPr id="0" name=""/>
        <dsp:cNvSpPr/>
      </dsp:nvSpPr>
      <dsp:spPr>
        <a:xfrm rot="5400000">
          <a:off x="6213825" y="-2193954"/>
          <a:ext cx="1873565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 dirty="0" err="1"/>
            <a:t>Student.cs</a:t>
          </a:r>
          <a:endParaRPr lang="en-US" sz="1400" kern="1200" dirty="0"/>
        </a:p>
      </dsp:txBody>
      <dsp:txXfrm rot="-5400000">
        <a:off x="3785616" y="325715"/>
        <a:ext cx="6638524" cy="1690645"/>
      </dsp:txXfrm>
    </dsp:sp>
    <dsp:sp modelId="{698CABC2-8E34-437D-933D-130176586231}">
      <dsp:nvSpPr>
        <dsp:cNvPr id="0" name=""/>
        <dsp:cNvSpPr/>
      </dsp:nvSpPr>
      <dsp:spPr>
        <a:xfrm>
          <a:off x="0" y="58"/>
          <a:ext cx="3785616" cy="234195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In </a:t>
          </a:r>
          <a:r>
            <a:rPr lang="en-US" sz="3600" b="1" kern="1200" dirty="0"/>
            <a:t>VS Code</a:t>
          </a:r>
          <a:r>
            <a:rPr lang="en-US" sz="3600" kern="1200" dirty="0"/>
            <a:t>, create a new file. Name the file as:</a:t>
          </a:r>
        </a:p>
      </dsp:txBody>
      <dsp:txXfrm>
        <a:off x="114325" y="114383"/>
        <a:ext cx="3556966" cy="2113307"/>
      </dsp:txXfrm>
    </dsp:sp>
    <dsp:sp modelId="{1CB188A2-E591-4A27-9C86-163AFDF7C330}">
      <dsp:nvSpPr>
        <dsp:cNvPr id="0" name=""/>
        <dsp:cNvSpPr/>
      </dsp:nvSpPr>
      <dsp:spPr>
        <a:xfrm rot="5400000">
          <a:off x="6213825" y="265100"/>
          <a:ext cx="1873565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26670" rIns="53340" bIns="26670" numCol="1" spcCol="1270" anchor="ctr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 dirty="0"/>
            <a:t>public class </a:t>
          </a:r>
          <a:r>
            <a:rPr lang="en-US" sz="1400" b="1" kern="1200" dirty="0"/>
            <a:t>Student</a:t>
          </a:r>
          <a:br>
            <a:rPr lang="en-US" sz="1400" kern="1200" dirty="0"/>
          </a:br>
          <a:r>
            <a:rPr lang="en-US" sz="1400" kern="1200" dirty="0"/>
            <a:t>{</a:t>
          </a:r>
          <a:br>
            <a:rPr lang="en-US" sz="1400" kern="1200" dirty="0"/>
          </a:br>
          <a:r>
            <a:rPr lang="en-US" sz="1400" kern="1200" dirty="0"/>
            <a:t>       public int Id { get; set; }</a:t>
          </a:r>
          <a:br>
            <a:rPr lang="en-US" sz="1400" kern="1200" dirty="0"/>
          </a:br>
          <a:br>
            <a:rPr lang="en-US" sz="1400" kern="1200" dirty="0"/>
          </a:br>
          <a:r>
            <a:rPr lang="en-US" sz="1400" kern="1200" dirty="0"/>
            <a:t>       public string Name { get; set; }</a:t>
          </a:r>
          <a:br>
            <a:rPr lang="en-US" sz="1400" kern="1200" dirty="0"/>
          </a:br>
          <a:br>
            <a:rPr lang="en-US" sz="1400" kern="1200" dirty="0"/>
          </a:br>
          <a:r>
            <a:rPr lang="en-US" sz="1400" kern="1200" dirty="0"/>
            <a:t>       public string Course { get; set; }</a:t>
          </a:r>
          <a:br>
            <a:rPr lang="en-US" sz="1400" kern="1200" dirty="0"/>
          </a:br>
          <a:r>
            <a:rPr lang="en-US" sz="1400" kern="1200" dirty="0"/>
            <a:t>}</a:t>
          </a:r>
        </a:p>
      </dsp:txBody>
      <dsp:txXfrm rot="-5400000">
        <a:off x="3785616" y="2784769"/>
        <a:ext cx="6638524" cy="1690645"/>
      </dsp:txXfrm>
    </dsp:sp>
    <dsp:sp modelId="{2B5B9746-70CA-47E0-A57B-915763E3BB82}">
      <dsp:nvSpPr>
        <dsp:cNvPr id="0" name=""/>
        <dsp:cNvSpPr/>
      </dsp:nvSpPr>
      <dsp:spPr>
        <a:xfrm>
          <a:off x="0" y="2459113"/>
          <a:ext cx="3785616" cy="234195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Add the following code:</a:t>
          </a:r>
        </a:p>
      </dsp:txBody>
      <dsp:txXfrm>
        <a:off x="114325" y="2573438"/>
        <a:ext cx="3556966" cy="2113307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301714D-6C04-4814-8D20-A9F4094AC485}">
      <dsp:nvSpPr>
        <dsp:cNvPr id="0" name=""/>
        <dsp:cNvSpPr/>
      </dsp:nvSpPr>
      <dsp:spPr>
        <a:xfrm>
          <a:off x="0" y="303564"/>
          <a:ext cx="10515600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33248" rIns="816127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/>
            <a:t>StudentContext.cs</a:t>
          </a:r>
          <a:endParaRPr lang="en-US" sz="1600" kern="1200"/>
        </a:p>
      </dsp:txBody>
      <dsp:txXfrm>
        <a:off x="0" y="303564"/>
        <a:ext cx="10515600" cy="680400"/>
      </dsp:txXfrm>
    </dsp:sp>
    <dsp:sp modelId="{BB6220EC-7C6B-4BF9-B58C-27BF857921CD}">
      <dsp:nvSpPr>
        <dsp:cNvPr id="0" name=""/>
        <dsp:cNvSpPr/>
      </dsp:nvSpPr>
      <dsp:spPr>
        <a:xfrm>
          <a:off x="525780" y="67404"/>
          <a:ext cx="736092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In </a:t>
          </a:r>
          <a:r>
            <a:rPr lang="en-US" sz="1600" b="1" kern="1200"/>
            <a:t>VS Code</a:t>
          </a:r>
          <a:r>
            <a:rPr lang="en-US" sz="1600" kern="1200"/>
            <a:t>, create a new file. Name the file as:</a:t>
          </a:r>
        </a:p>
      </dsp:txBody>
      <dsp:txXfrm>
        <a:off x="548837" y="90461"/>
        <a:ext cx="7314806" cy="426206"/>
      </dsp:txXfrm>
    </dsp:sp>
    <dsp:sp modelId="{600838F4-A011-4F62-9419-820EC5AC7C57}">
      <dsp:nvSpPr>
        <dsp:cNvPr id="0" name=""/>
        <dsp:cNvSpPr/>
      </dsp:nvSpPr>
      <dsp:spPr>
        <a:xfrm>
          <a:off x="0" y="1306524"/>
          <a:ext cx="10515600" cy="3427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33248" rIns="816127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kern="1200" dirty="0"/>
            <a:t>using </a:t>
          </a:r>
          <a:r>
            <a:rPr lang="en-US" sz="1600" kern="1200" dirty="0" err="1"/>
            <a:t>Microsoft.EntityFrameworkCore</a:t>
          </a:r>
          <a:r>
            <a:rPr lang="en-US" sz="1600" kern="1200" dirty="0"/>
            <a:t>;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kern="1200"/>
            <a:t>public class StudentContext : DbContext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kern="1200"/>
            <a:t>{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kern="1200" dirty="0"/>
            <a:t>public </a:t>
          </a:r>
          <a:r>
            <a:rPr lang="en-US" sz="1600" kern="1200" dirty="0" err="1"/>
            <a:t>DbSet</a:t>
          </a:r>
          <a:r>
            <a:rPr lang="en-US" sz="1600" kern="1200" dirty="0"/>
            <a:t>&lt;Student&gt; Students { get; set; }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kern="1200" dirty="0"/>
            <a:t>protected override void </a:t>
          </a:r>
          <a:r>
            <a:rPr lang="en-US" sz="1600" kern="1200" dirty="0" err="1"/>
            <a:t>OnConfiguring</a:t>
          </a:r>
          <a:r>
            <a:rPr lang="en-US" sz="1600" kern="1200" dirty="0"/>
            <a:t>(</a:t>
          </a:r>
          <a:r>
            <a:rPr lang="en-US" sz="1600" kern="1200" dirty="0" err="1"/>
            <a:t>DbContextOptionsBuilder</a:t>
          </a:r>
          <a:r>
            <a:rPr lang="en-US" sz="1600" kern="1200" dirty="0"/>
            <a:t> </a:t>
          </a:r>
          <a:r>
            <a:rPr lang="en-US" sz="1600" kern="1200" dirty="0" err="1"/>
            <a:t>optionsBuilder</a:t>
          </a:r>
          <a:r>
            <a:rPr lang="en-US" sz="1600" kern="1200" dirty="0"/>
            <a:t>)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kern="1200"/>
            <a:t>{</a:t>
          </a:r>
        </a:p>
        <a:p>
          <a:pPr marL="514350" lvl="3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kern="1200" dirty="0" err="1"/>
            <a:t>optionsBuilder.UseNpgsql</a:t>
          </a:r>
          <a:r>
            <a:rPr lang="en-US" sz="1600" kern="1200" dirty="0"/>
            <a:t>(</a:t>
          </a:r>
        </a:p>
        <a:p>
          <a:pPr marL="514350" lvl="3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kern="1200" dirty="0"/>
            <a:t>"</a:t>
          </a:r>
          <a:r>
            <a:rPr lang="en-US" sz="1600" b="1" kern="1200" dirty="0"/>
            <a:t>Host=</a:t>
          </a:r>
          <a:r>
            <a:rPr lang="en-US" sz="1600" b="1" kern="1200" dirty="0" err="1"/>
            <a:t>localhost;Port</a:t>
          </a:r>
          <a:r>
            <a:rPr lang="en-US" sz="1600" b="1" kern="1200" dirty="0"/>
            <a:t>=5432;Database=</a:t>
          </a:r>
          <a:r>
            <a:rPr lang="en-US" sz="1600" b="1" kern="1200" dirty="0" err="1"/>
            <a:t>bootcamp;Username</a:t>
          </a:r>
          <a:r>
            <a:rPr lang="en-US" sz="1600" b="1" kern="1200" dirty="0"/>
            <a:t>=</a:t>
          </a:r>
          <a:r>
            <a:rPr lang="en-US" sz="1600" b="1" kern="1200" dirty="0" err="1"/>
            <a:t>postgres;Password</a:t>
          </a:r>
          <a:r>
            <a:rPr lang="en-US" sz="1600" b="1" kern="1200" dirty="0"/>
            <a:t>=pa$$w0Rd</a:t>
          </a:r>
          <a:r>
            <a:rPr lang="en-US" sz="1600" kern="1200" dirty="0"/>
            <a:t>"</a:t>
          </a:r>
        </a:p>
        <a:p>
          <a:pPr marL="514350" lvl="3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kern="1200"/>
            <a:t>);</a:t>
          </a:r>
        </a:p>
        <a:p>
          <a:pPr marL="342900" lvl="2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kern="1200" dirty="0"/>
            <a:t>}</a:t>
          </a: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600" kern="1200" dirty="0"/>
            <a:t>}</a:t>
          </a:r>
        </a:p>
      </dsp:txBody>
      <dsp:txXfrm>
        <a:off x="0" y="1306524"/>
        <a:ext cx="10515600" cy="3427200"/>
      </dsp:txXfrm>
    </dsp:sp>
    <dsp:sp modelId="{65FF43FB-462A-479D-80B7-57B9309255BC}">
      <dsp:nvSpPr>
        <dsp:cNvPr id="0" name=""/>
        <dsp:cNvSpPr/>
      </dsp:nvSpPr>
      <dsp:spPr>
        <a:xfrm>
          <a:off x="525780" y="1070364"/>
          <a:ext cx="7360920" cy="4723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Add the following code:</a:t>
          </a:r>
        </a:p>
      </dsp:txBody>
      <dsp:txXfrm>
        <a:off x="548837" y="1093421"/>
        <a:ext cx="7314806" cy="42620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04D04F-17D8-491F-9431-35793FC42097}">
      <dsp:nvSpPr>
        <dsp:cNvPr id="0" name=""/>
        <dsp:cNvSpPr/>
      </dsp:nvSpPr>
      <dsp:spPr>
        <a:xfrm rot="5400000">
          <a:off x="6213825" y="-2193954"/>
          <a:ext cx="1873565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b="1" kern="1200" dirty="0" err="1"/>
            <a:t>Course.cs</a:t>
          </a:r>
          <a:endParaRPr lang="en-US" sz="1600" kern="1200" dirty="0"/>
        </a:p>
      </dsp:txBody>
      <dsp:txXfrm rot="-5400000">
        <a:off x="3785616" y="325715"/>
        <a:ext cx="6638524" cy="1690645"/>
      </dsp:txXfrm>
    </dsp:sp>
    <dsp:sp modelId="{698CABC2-8E34-437D-933D-130176586231}">
      <dsp:nvSpPr>
        <dsp:cNvPr id="0" name=""/>
        <dsp:cNvSpPr/>
      </dsp:nvSpPr>
      <dsp:spPr>
        <a:xfrm>
          <a:off x="0" y="58"/>
          <a:ext cx="3785616" cy="234195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In </a:t>
          </a:r>
          <a:r>
            <a:rPr lang="en-US" sz="3600" b="1" kern="1200" dirty="0"/>
            <a:t>VS Code</a:t>
          </a:r>
          <a:r>
            <a:rPr lang="en-US" sz="3600" kern="1200" dirty="0"/>
            <a:t>, create a new file. Name the file as:</a:t>
          </a:r>
        </a:p>
      </dsp:txBody>
      <dsp:txXfrm>
        <a:off x="114325" y="114383"/>
        <a:ext cx="3556966" cy="2113307"/>
      </dsp:txXfrm>
    </dsp:sp>
    <dsp:sp modelId="{1CB188A2-E591-4A27-9C86-163AFDF7C330}">
      <dsp:nvSpPr>
        <dsp:cNvPr id="0" name=""/>
        <dsp:cNvSpPr/>
      </dsp:nvSpPr>
      <dsp:spPr>
        <a:xfrm rot="5400000">
          <a:off x="6213825" y="265100"/>
          <a:ext cx="1873565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30480" rIns="60960" bIns="30480" numCol="1" spcCol="1270" anchor="ctr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 dirty="0"/>
            <a:t>public class </a:t>
          </a:r>
          <a:r>
            <a:rPr lang="en-US" sz="1600" b="1" kern="1200" dirty="0"/>
            <a:t>Course</a:t>
          </a:r>
          <a:br>
            <a:rPr lang="en-US" sz="1600" kern="1200" dirty="0"/>
          </a:br>
          <a:r>
            <a:rPr lang="en-US" sz="1600" kern="1200" dirty="0"/>
            <a:t>{</a:t>
          </a:r>
          <a:br>
            <a:rPr lang="en-US" sz="1600" kern="1200" dirty="0"/>
          </a:br>
          <a:r>
            <a:rPr lang="en-US" sz="1600" kern="1200" dirty="0"/>
            <a:t>	public int Id { get; set; }</a:t>
          </a:r>
          <a:br>
            <a:rPr lang="en-US" sz="1600" kern="1200" dirty="0"/>
          </a:br>
          <a:br>
            <a:rPr lang="en-US" sz="1600" kern="1200" dirty="0"/>
          </a:br>
          <a:r>
            <a:rPr lang="en-US" sz="1600" kern="1200" dirty="0"/>
            <a:t>	public string Name { get; set; }</a:t>
          </a:r>
          <a:br>
            <a:rPr lang="en-US" sz="1600" kern="1200" dirty="0"/>
          </a:br>
          <a:br>
            <a:rPr lang="en-US" sz="1600" kern="1200" dirty="0"/>
          </a:br>
          <a:r>
            <a:rPr lang="en-US" sz="1600" kern="1200" dirty="0"/>
            <a:t>}</a:t>
          </a:r>
        </a:p>
      </dsp:txBody>
      <dsp:txXfrm rot="-5400000">
        <a:off x="3785616" y="2784769"/>
        <a:ext cx="6638524" cy="1690645"/>
      </dsp:txXfrm>
    </dsp:sp>
    <dsp:sp modelId="{2B5B9746-70CA-47E0-A57B-915763E3BB82}">
      <dsp:nvSpPr>
        <dsp:cNvPr id="0" name=""/>
        <dsp:cNvSpPr/>
      </dsp:nvSpPr>
      <dsp:spPr>
        <a:xfrm>
          <a:off x="0" y="2459113"/>
          <a:ext cx="3785616" cy="234195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Add the following code:</a:t>
          </a:r>
        </a:p>
      </dsp:txBody>
      <dsp:txXfrm>
        <a:off x="114325" y="2573438"/>
        <a:ext cx="3556966" cy="211330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04D04F-17D8-491F-9431-35793FC42097}">
      <dsp:nvSpPr>
        <dsp:cNvPr id="0" name=""/>
        <dsp:cNvSpPr/>
      </dsp:nvSpPr>
      <dsp:spPr>
        <a:xfrm rot="5400000">
          <a:off x="6213825" y="-2193954"/>
          <a:ext cx="1873565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b="1" kern="1200" dirty="0" err="1"/>
            <a:t>Student.cs</a:t>
          </a:r>
          <a:endParaRPr lang="en-US" sz="1100" kern="1200" dirty="0"/>
        </a:p>
      </dsp:txBody>
      <dsp:txXfrm rot="-5400000">
        <a:off x="3785616" y="325715"/>
        <a:ext cx="6638524" cy="1690645"/>
      </dsp:txXfrm>
    </dsp:sp>
    <dsp:sp modelId="{698CABC2-8E34-437D-933D-130176586231}">
      <dsp:nvSpPr>
        <dsp:cNvPr id="0" name=""/>
        <dsp:cNvSpPr/>
      </dsp:nvSpPr>
      <dsp:spPr>
        <a:xfrm>
          <a:off x="0" y="58"/>
          <a:ext cx="3785616" cy="234195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83820" rIns="167640" bIns="8382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In </a:t>
          </a:r>
          <a:r>
            <a:rPr lang="en-US" sz="4400" b="1" kern="1200" dirty="0"/>
            <a:t>VS Code</a:t>
          </a:r>
          <a:r>
            <a:rPr lang="en-US" sz="4400" kern="1200" dirty="0"/>
            <a:t>, open the following file:</a:t>
          </a:r>
        </a:p>
      </dsp:txBody>
      <dsp:txXfrm>
        <a:off x="114325" y="114383"/>
        <a:ext cx="3556966" cy="2113307"/>
      </dsp:txXfrm>
    </dsp:sp>
    <dsp:sp modelId="{1CB188A2-E591-4A27-9C86-163AFDF7C330}">
      <dsp:nvSpPr>
        <dsp:cNvPr id="0" name=""/>
        <dsp:cNvSpPr/>
      </dsp:nvSpPr>
      <dsp:spPr>
        <a:xfrm rot="5400000">
          <a:off x="6213825" y="265100"/>
          <a:ext cx="1873565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 dirty="0"/>
            <a:t>public class </a:t>
          </a:r>
          <a:r>
            <a:rPr lang="en-US" sz="1100" b="1" kern="1200" dirty="0"/>
            <a:t>Student</a:t>
          </a:r>
          <a:br>
            <a:rPr lang="en-US" sz="1100" kern="1200" dirty="0"/>
          </a:br>
          <a:r>
            <a:rPr lang="en-US" sz="1100" kern="1200" dirty="0"/>
            <a:t>{</a:t>
          </a:r>
          <a:br>
            <a:rPr lang="en-US" sz="1100" kern="1200" dirty="0"/>
          </a:br>
          <a:r>
            <a:rPr lang="en-US" sz="1100" kern="1200" dirty="0"/>
            <a:t>	public int Id { get; set; }</a:t>
          </a:r>
          <a:br>
            <a:rPr lang="en-US" sz="1100" kern="1200" dirty="0"/>
          </a:br>
          <a:br>
            <a:rPr lang="en-US" sz="1100" kern="1200" dirty="0"/>
          </a:br>
          <a:r>
            <a:rPr lang="en-US" sz="1100" kern="1200" dirty="0"/>
            <a:t>	public string Name { get; set; }</a:t>
          </a:r>
          <a:br>
            <a:rPr lang="en-US" sz="1100" kern="1200" dirty="0"/>
          </a:br>
          <a:br>
            <a:rPr lang="en-US" sz="1100" kern="1200" dirty="0"/>
          </a:br>
          <a:r>
            <a:rPr lang="en-US" sz="1100" kern="1200" dirty="0"/>
            <a:t>	</a:t>
          </a:r>
          <a:r>
            <a:rPr lang="en-US" sz="1100" b="1" kern="1200" dirty="0"/>
            <a:t>public int </a:t>
          </a:r>
          <a:r>
            <a:rPr lang="en-US" sz="1100" b="1" kern="1200" dirty="0" err="1"/>
            <a:t>CourseId</a:t>
          </a:r>
          <a:r>
            <a:rPr lang="en-US" sz="1100" b="1" kern="1200" dirty="0"/>
            <a:t> { get; set; }</a:t>
          </a:r>
          <a:br>
            <a:rPr lang="en-US" sz="1100" b="1" kern="1200" dirty="0"/>
          </a:br>
          <a:br>
            <a:rPr lang="en-US" sz="1100" kern="1200" dirty="0"/>
          </a:br>
          <a:r>
            <a:rPr lang="en-US" sz="1100" kern="1200" dirty="0"/>
            <a:t>	</a:t>
          </a:r>
          <a:r>
            <a:rPr lang="en-US" sz="1100" b="1" kern="1200" dirty="0"/>
            <a:t>public Course </a:t>
          </a:r>
          <a:r>
            <a:rPr lang="en-US" sz="1100" b="1" kern="1200" dirty="0" err="1"/>
            <a:t>Course</a:t>
          </a:r>
          <a:r>
            <a:rPr lang="en-US" sz="1100" b="1" kern="1200" dirty="0"/>
            <a:t> { get; set; }</a:t>
          </a:r>
          <a:br>
            <a:rPr lang="en-US" sz="1100" b="1" kern="1200" dirty="0"/>
          </a:br>
          <a:r>
            <a:rPr lang="en-US" sz="1100" kern="1200" dirty="0"/>
            <a:t>}</a:t>
          </a:r>
        </a:p>
      </dsp:txBody>
      <dsp:txXfrm rot="-5400000">
        <a:off x="3785616" y="2784769"/>
        <a:ext cx="6638524" cy="1690645"/>
      </dsp:txXfrm>
    </dsp:sp>
    <dsp:sp modelId="{2B5B9746-70CA-47E0-A57B-915763E3BB82}">
      <dsp:nvSpPr>
        <dsp:cNvPr id="0" name=""/>
        <dsp:cNvSpPr/>
      </dsp:nvSpPr>
      <dsp:spPr>
        <a:xfrm>
          <a:off x="0" y="2459113"/>
          <a:ext cx="3785616" cy="234195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83820" rIns="167640" bIns="8382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Overwrite the content with :</a:t>
          </a:r>
        </a:p>
      </dsp:txBody>
      <dsp:txXfrm>
        <a:off x="114325" y="2573438"/>
        <a:ext cx="3556966" cy="2113307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04D04F-17D8-491F-9431-35793FC42097}">
      <dsp:nvSpPr>
        <dsp:cNvPr id="0" name=""/>
        <dsp:cNvSpPr/>
      </dsp:nvSpPr>
      <dsp:spPr>
        <a:xfrm rot="5400000">
          <a:off x="6213825" y="-2193954"/>
          <a:ext cx="1873565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kern="1200" dirty="0" err="1"/>
            <a:t>Course.cs</a:t>
          </a:r>
          <a:endParaRPr lang="en-US" sz="1200" kern="1200" dirty="0"/>
        </a:p>
      </dsp:txBody>
      <dsp:txXfrm rot="-5400000">
        <a:off x="3785616" y="325715"/>
        <a:ext cx="6638524" cy="1690645"/>
      </dsp:txXfrm>
    </dsp:sp>
    <dsp:sp modelId="{698CABC2-8E34-437D-933D-130176586231}">
      <dsp:nvSpPr>
        <dsp:cNvPr id="0" name=""/>
        <dsp:cNvSpPr/>
      </dsp:nvSpPr>
      <dsp:spPr>
        <a:xfrm>
          <a:off x="0" y="58"/>
          <a:ext cx="3785616" cy="234195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83820" rIns="167640" bIns="8382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In </a:t>
          </a:r>
          <a:r>
            <a:rPr lang="en-US" sz="4400" b="1" kern="1200" dirty="0"/>
            <a:t>VS Code</a:t>
          </a:r>
          <a:r>
            <a:rPr lang="en-US" sz="4400" kern="1200" dirty="0"/>
            <a:t>, update the following file:</a:t>
          </a:r>
        </a:p>
      </dsp:txBody>
      <dsp:txXfrm>
        <a:off x="114325" y="114383"/>
        <a:ext cx="3556966" cy="2113307"/>
      </dsp:txXfrm>
    </dsp:sp>
    <dsp:sp modelId="{1CB188A2-E591-4A27-9C86-163AFDF7C330}">
      <dsp:nvSpPr>
        <dsp:cNvPr id="0" name=""/>
        <dsp:cNvSpPr/>
      </dsp:nvSpPr>
      <dsp:spPr>
        <a:xfrm rot="5400000">
          <a:off x="6213825" y="265100"/>
          <a:ext cx="1873565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public class </a:t>
          </a:r>
          <a:r>
            <a:rPr lang="en-US" sz="1200" b="1" kern="1200" dirty="0"/>
            <a:t>Course</a:t>
          </a:r>
          <a:br>
            <a:rPr lang="en-US" sz="1200" kern="1200" dirty="0"/>
          </a:br>
          <a:r>
            <a:rPr lang="en-US" sz="1200" kern="1200" dirty="0"/>
            <a:t>{</a:t>
          </a:r>
          <a:br>
            <a:rPr lang="en-US" sz="1200" kern="1200" dirty="0"/>
          </a:br>
          <a:r>
            <a:rPr lang="en-US" sz="1200" kern="1200" dirty="0"/>
            <a:t>	public int Id { get; set; }</a:t>
          </a:r>
          <a:br>
            <a:rPr lang="en-US" sz="1200" kern="1200" dirty="0"/>
          </a:br>
          <a:br>
            <a:rPr lang="en-US" sz="1200" kern="1200" dirty="0"/>
          </a:br>
          <a:r>
            <a:rPr lang="en-US" sz="1200" kern="1200" dirty="0"/>
            <a:t>	public string Name { get; set; } </a:t>
          </a:r>
          <a:br>
            <a:rPr lang="en-US" sz="1200" kern="1200" dirty="0"/>
          </a:br>
          <a:r>
            <a:rPr lang="en-US" sz="1200" kern="1200" dirty="0"/>
            <a:t>	</a:t>
          </a:r>
          <a:br>
            <a:rPr lang="en-US" sz="1200" kern="1200" dirty="0"/>
          </a:br>
          <a:r>
            <a:rPr lang="en-US" sz="1200" kern="1200" dirty="0"/>
            <a:t>	</a:t>
          </a:r>
          <a:r>
            <a:rPr lang="en-US" sz="1200" b="1" kern="1200" dirty="0"/>
            <a:t>public List&lt;Student&gt; Students { get; set; }</a:t>
          </a:r>
          <a:br>
            <a:rPr lang="en-US" sz="1200" b="1" kern="1200" dirty="0"/>
          </a:br>
          <a:br>
            <a:rPr lang="en-US" sz="1200" b="1" kern="1200" dirty="0"/>
          </a:br>
          <a:r>
            <a:rPr lang="en-US" sz="1200" kern="1200" dirty="0"/>
            <a:t>}</a:t>
          </a:r>
        </a:p>
      </dsp:txBody>
      <dsp:txXfrm rot="-5400000">
        <a:off x="3785616" y="2784769"/>
        <a:ext cx="6638524" cy="1690645"/>
      </dsp:txXfrm>
    </dsp:sp>
    <dsp:sp modelId="{2B5B9746-70CA-47E0-A57B-915763E3BB82}">
      <dsp:nvSpPr>
        <dsp:cNvPr id="0" name=""/>
        <dsp:cNvSpPr/>
      </dsp:nvSpPr>
      <dsp:spPr>
        <a:xfrm>
          <a:off x="0" y="2459113"/>
          <a:ext cx="3785616" cy="2341957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83820" rIns="167640" bIns="83820" numCol="1" spcCol="1270" anchor="ctr" anchorCtr="0">
          <a:noAutofit/>
        </a:bodyPr>
        <a:lstStyle/>
        <a:p>
          <a:pPr marL="0" lvl="0" indent="0" algn="ctr" defTabSz="1955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400" kern="1200" dirty="0"/>
            <a:t>Overwrite the file with:</a:t>
          </a:r>
        </a:p>
      </dsp:txBody>
      <dsp:txXfrm>
        <a:off x="114325" y="2573438"/>
        <a:ext cx="3556966" cy="2113307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489724-9FA1-46BB-82E0-565D98253032}">
      <dsp:nvSpPr>
        <dsp:cNvPr id="0" name=""/>
        <dsp:cNvSpPr/>
      </dsp:nvSpPr>
      <dsp:spPr>
        <a:xfrm>
          <a:off x="0" y="340127"/>
          <a:ext cx="10515600" cy="63787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12420" rIns="816127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b="1" kern="1200"/>
            <a:t>StudentContext.cs</a:t>
          </a:r>
          <a:endParaRPr lang="en-US" sz="1500" kern="1200"/>
        </a:p>
      </dsp:txBody>
      <dsp:txXfrm>
        <a:off x="0" y="340127"/>
        <a:ext cx="10515600" cy="637875"/>
      </dsp:txXfrm>
    </dsp:sp>
    <dsp:sp modelId="{66EC312B-AB11-4BA8-B45D-E1F9FBF95EF0}">
      <dsp:nvSpPr>
        <dsp:cNvPr id="0" name=""/>
        <dsp:cNvSpPr/>
      </dsp:nvSpPr>
      <dsp:spPr>
        <a:xfrm>
          <a:off x="525780" y="118727"/>
          <a:ext cx="736092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In </a:t>
          </a:r>
          <a:r>
            <a:rPr lang="en-US" sz="1500" b="1" kern="1200"/>
            <a:t>VS Code</a:t>
          </a:r>
          <a:r>
            <a:rPr lang="en-US" sz="1500" kern="1200"/>
            <a:t>, open the following file:</a:t>
          </a:r>
        </a:p>
      </dsp:txBody>
      <dsp:txXfrm>
        <a:off x="547396" y="140343"/>
        <a:ext cx="7317688" cy="399568"/>
      </dsp:txXfrm>
    </dsp:sp>
    <dsp:sp modelId="{F2566848-B322-4E71-87BA-AAE8FF95A6FA}">
      <dsp:nvSpPr>
        <dsp:cNvPr id="0" name=""/>
        <dsp:cNvSpPr/>
      </dsp:nvSpPr>
      <dsp:spPr>
        <a:xfrm>
          <a:off x="0" y="1280402"/>
          <a:ext cx="10515600" cy="340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6127" tIns="312420" rIns="816127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500" kern="1200" dirty="0"/>
            <a:t>using </a:t>
          </a:r>
          <a:r>
            <a:rPr lang="en-US" sz="1500" kern="1200" dirty="0" err="1"/>
            <a:t>Microsoft.EntityFrameworkCore</a:t>
          </a:r>
          <a:r>
            <a:rPr lang="en-US" sz="1500" kern="1200" dirty="0"/>
            <a:t>;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500" kern="1200" dirty="0"/>
            <a:t>public class </a:t>
          </a:r>
          <a:r>
            <a:rPr lang="en-US" sz="1500" kern="1200" dirty="0" err="1"/>
            <a:t>StudentContext</a:t>
          </a:r>
          <a:r>
            <a:rPr lang="en-US" sz="1500" kern="1200" dirty="0"/>
            <a:t> : </a:t>
          </a:r>
          <a:r>
            <a:rPr lang="en-US" sz="1500" kern="1200" dirty="0" err="1"/>
            <a:t>DbContext</a:t>
          </a:r>
          <a:endParaRPr lang="en-US" sz="15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500" kern="1200" dirty="0"/>
            <a:t>{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500" kern="1200" dirty="0"/>
            <a:t>public </a:t>
          </a:r>
          <a:r>
            <a:rPr lang="en-US" sz="1500" kern="1200" dirty="0" err="1"/>
            <a:t>DbSet</a:t>
          </a:r>
          <a:r>
            <a:rPr lang="en-US" sz="1500" kern="1200" dirty="0"/>
            <a:t>&lt;Student&gt; Students { get; set; }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500" b="1" kern="1200" dirty="0"/>
            <a:t>public </a:t>
          </a:r>
          <a:r>
            <a:rPr lang="en-US" sz="1500" b="1" kern="1200" dirty="0" err="1"/>
            <a:t>DbSet</a:t>
          </a:r>
          <a:r>
            <a:rPr lang="en-US" sz="1500" b="1" kern="1200" dirty="0"/>
            <a:t>&lt;Course&gt; Courses { get; set; }</a:t>
          </a:r>
          <a:endParaRPr lang="en-US" sz="1500" kern="1200" dirty="0"/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500" kern="1200" dirty="0"/>
            <a:t>protected override void </a:t>
          </a:r>
          <a:r>
            <a:rPr lang="en-US" sz="1500" kern="1200" dirty="0" err="1"/>
            <a:t>OnConfiguring</a:t>
          </a:r>
          <a:r>
            <a:rPr lang="en-US" sz="1500" kern="1200" dirty="0"/>
            <a:t>(</a:t>
          </a:r>
          <a:r>
            <a:rPr lang="en-US" sz="1500" kern="1200" dirty="0" err="1"/>
            <a:t>DbContextOptionsBuilder</a:t>
          </a:r>
          <a:r>
            <a:rPr lang="en-US" sz="1500" kern="1200" dirty="0"/>
            <a:t> </a:t>
          </a:r>
          <a:r>
            <a:rPr lang="en-US" sz="1500" kern="1200" dirty="0" err="1"/>
            <a:t>optionsBuilder</a:t>
          </a:r>
          <a:r>
            <a:rPr lang="en-US" sz="1500" kern="1200" dirty="0"/>
            <a:t>)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500" kern="1200" dirty="0"/>
            <a:t>{</a:t>
          </a:r>
        </a:p>
        <a:p>
          <a:pPr marL="342900" lvl="3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500" kern="1200" dirty="0" err="1"/>
            <a:t>optionsBuilder.UseNpgsql</a:t>
          </a:r>
          <a:r>
            <a:rPr lang="en-US" sz="1500" kern="1200" dirty="0"/>
            <a:t>(</a:t>
          </a:r>
        </a:p>
        <a:p>
          <a:pPr marL="342900" lvl="3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500" kern="1200" dirty="0"/>
            <a:t>"Host=</a:t>
          </a:r>
          <a:r>
            <a:rPr lang="en-US" sz="1500" kern="1200" dirty="0" err="1"/>
            <a:t>localhost;Port</a:t>
          </a:r>
          <a:r>
            <a:rPr lang="en-US" sz="1500" kern="1200" dirty="0"/>
            <a:t>=5432;Database=</a:t>
          </a:r>
          <a:r>
            <a:rPr lang="en-US" sz="1500" kern="1200" dirty="0" err="1"/>
            <a:t>school_db;Username</a:t>
          </a:r>
          <a:r>
            <a:rPr lang="en-US" sz="1500" kern="1200" dirty="0"/>
            <a:t>=</a:t>
          </a:r>
          <a:r>
            <a:rPr lang="en-US" sz="1500" kern="1200" dirty="0" err="1"/>
            <a:t>postgres;Password</a:t>
          </a:r>
          <a:r>
            <a:rPr lang="en-US" sz="1500" kern="1200" dirty="0"/>
            <a:t>=</a:t>
          </a:r>
          <a:r>
            <a:rPr lang="en-US" sz="1500" kern="1200" dirty="0" err="1"/>
            <a:t>yourpassword</a:t>
          </a:r>
          <a:r>
            <a:rPr lang="en-US" sz="1500" kern="1200" dirty="0"/>
            <a:t>"</a:t>
          </a:r>
        </a:p>
        <a:p>
          <a:pPr marL="342900" lvl="3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500" kern="1200" dirty="0"/>
            <a:t>);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500" kern="1200" dirty="0"/>
            <a:t>}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US" sz="1500" kern="1200" dirty="0"/>
            <a:t>}</a:t>
          </a:r>
        </a:p>
      </dsp:txBody>
      <dsp:txXfrm>
        <a:off x="0" y="1280402"/>
        <a:ext cx="10515600" cy="3402000"/>
      </dsp:txXfrm>
    </dsp:sp>
    <dsp:sp modelId="{401899B1-FA60-4A28-8027-304B3A90EFEC}">
      <dsp:nvSpPr>
        <dsp:cNvPr id="0" name=""/>
        <dsp:cNvSpPr/>
      </dsp:nvSpPr>
      <dsp:spPr>
        <a:xfrm>
          <a:off x="525780" y="1059002"/>
          <a:ext cx="7360920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8225" tIns="0" rIns="278225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Overwrite the code with:</a:t>
          </a:r>
        </a:p>
      </dsp:txBody>
      <dsp:txXfrm>
        <a:off x="547396" y="1080618"/>
        <a:ext cx="7317688" cy="3995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D23F457-C9F8-EE34-4D57-909A3921F9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7AEC15-76D3-99AC-F43C-C82A25141B0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71FB24-5C8E-483D-AA46-E21B700099DE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D8B0E8-597A-1B64-1642-B5024D95706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9AAEAE0-5182-566A-8837-294FF0A217D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F7F5CE-420F-4FE8-B902-B7DAD1FAA11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435290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CA6AF8-665F-4FC6-A102-0FB6C6F40370}" type="datetimeFigureOut">
              <a:rPr lang="en-US" smtClean="0"/>
              <a:t>5/12/2026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33A606-A3EA-4C00-95FE-0C2B5DB3C1B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5035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“Entity Framework is database-independent, so we install providers depending on the database we use.”</a:t>
            </a:r>
          </a:p>
          <a:p>
            <a:r>
              <a:rPr lang="en-US" dirty="0"/>
              <a:t>“What do you think would happen if we forgot the PostgreSQL package?”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7595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1FDFED-C3FF-F417-AD29-8DF1E4EA0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804104-9B2B-A68C-BA98-69A16C5F203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61105F-B324-61B6-61E5-C1B322A948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“Entity Framework is database-independent, so we install providers depending on the database we use.”</a:t>
            </a:r>
          </a:p>
          <a:p>
            <a:r>
              <a:rPr lang="en-US" dirty="0"/>
              <a:t>“What do you think would happen if we forgot the PostgreSQL package?”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E1B7A-4A92-3C40-56FB-949E81CECE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07389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“This file will contain the Student model or Student entity.”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3999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8988C-F60E-24D1-D4D3-E3E574C71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76AABC-BCE4-D70A-43F9-08113C4709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B7C166-88AB-B530-FA40-557DEDBE3D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“Entity Framework is database-independent, so we install providers depending on the database we use.”</a:t>
            </a:r>
          </a:p>
          <a:p>
            <a:r>
              <a:rPr lang="en-US" dirty="0"/>
              <a:t>“What do you think would happen if we forgot the PostgreSQL package?”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F4AEF6-157F-2FD5-97C0-AB05ADB4A9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66627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088B5-F3E1-9BFA-CB59-C195DB47E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9025D03-D1E5-18BC-0506-8F4B9A0653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28FC9E-6E93-0450-0118-C0E4B65FD6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F83366-87F4-FDDC-9913-452E18775F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23822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C64DB-3703-54A0-22C5-84C876920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AA13DC-0B5A-F006-6D42-1AB3768F07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2295D8E-8BFE-34EA-9DEC-C90A207B5A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“Entity Framework is database-independent, so we install providers depending on the database we use.”</a:t>
            </a:r>
          </a:p>
          <a:p>
            <a:r>
              <a:rPr lang="en-US" dirty="0"/>
              <a:t>“What do you think would happen if we forgot the PostgreSQL package?”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5620F8-F1BC-6906-0E37-6FB19C2CE6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77834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D4DD08-4269-5BCC-460C-4C7C8E5CF4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F6560F-A4B2-7C93-E9EB-1D9317E606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AFF9EB-B0FA-F6BA-14DD-4CC6F5A088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“Entity Framework is database-independent, so we install providers depending on the database we use.”</a:t>
            </a:r>
          </a:p>
          <a:p>
            <a:r>
              <a:rPr lang="en-US" dirty="0"/>
              <a:t>“What do you think would happen if we forgot the PostgreSQL package?”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1A41A7-5439-EB92-218F-A4BC459F88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54715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CF8EA-7724-37AA-5BD6-57FD90161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521671-F2D0-5AF2-46D5-431082F78E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60377B-09FD-DDC9-AFFC-EE5C864BB5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“Entity Framework is database-independent, so we install providers depending on the database we use.”</a:t>
            </a:r>
          </a:p>
          <a:p>
            <a:r>
              <a:rPr lang="en-US" dirty="0"/>
              <a:t>“What do you think would happen if we forgot the PostgreSQL package?”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24CADD-1B2A-EBB1-E88F-D4D119BF97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99031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2709E6-64AD-565A-A71E-3B98E4D02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292356F-2766-9EE4-C94C-B1121EC5AA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C8F2D6-F0EA-ECD6-207D-23310418D5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“Entity Framework is database-independent, so we install providers depending on the database we use.”</a:t>
            </a:r>
          </a:p>
          <a:p>
            <a:r>
              <a:rPr lang="en-US" dirty="0"/>
              <a:t>“What do you think would happen if we forgot the PostgreSQL package?”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E3D30F-AADF-C14D-881A-49E34C078D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1278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FCD61-5099-0D20-2E5D-74A3F68DB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64CCC5-F3FE-6FEA-BBE8-F95DA3F834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8F9B0C-B511-6251-8501-6FE3D7BC45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“Entity Framework is database-independent, so we install providers depending on the database we use.”</a:t>
            </a:r>
          </a:p>
          <a:p>
            <a:r>
              <a:rPr lang="en-US" dirty="0"/>
              <a:t>“What do you think would happen if we forgot the PostgreSQL package?”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D09746-45F5-805F-8F72-6A113D2339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091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613EBF-4990-C858-9010-901526B90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2693CA-FEB1-4E42-2378-CD0C908724B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721CBC-A5AC-33A4-05AE-91BBBD9808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“Entity Framework is database-independent, so we install providers depending on the database we use.”</a:t>
            </a:r>
          </a:p>
          <a:p>
            <a:r>
              <a:rPr lang="en-US" dirty="0"/>
              <a:t>“What do you think would happen if we forgot the PostgreSQL package?”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8C9510-E363-6574-D6ED-F23ABFC35C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9075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3D466-8E4D-3791-C48C-C97A15FD20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B2BD27-A899-F1C5-3D2C-10131DD9F7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50BF3A-3B75-0D0F-1348-FD039D3DF2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“Entity Framework is database-independent, so we install providers depending on the database we use.”</a:t>
            </a:r>
          </a:p>
          <a:p>
            <a:r>
              <a:rPr lang="en-US" dirty="0"/>
              <a:t>“What do you think would happen if we forgot the PostgreSQL package?”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F03D42D-A4A3-AEAD-3DBE-E3445F0351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20865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D3573-CD6E-710F-948D-E1DE61BDD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180DBA4-775B-AC90-A309-B30544A2ED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3089D1-9A35-9198-5D07-D60EBC2809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“Entity Framework is database-independent, so we install providers depending on the database we use.”</a:t>
            </a:r>
          </a:p>
          <a:p>
            <a:r>
              <a:rPr lang="en-US" dirty="0"/>
              <a:t>“What do you think would happen if we forgot the PostgreSQL package?”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BD7864-A341-0D49-8279-E1CD8568A0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0889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4748BC-D450-0D23-28B0-331432FE9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4F4A88-72AB-1519-81A5-367DAD6A8A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D57AF4-7130-5D98-4DFF-D2636A52BA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“Entity Framework is database-independent, so we install providers depending on the database we use.”</a:t>
            </a:r>
          </a:p>
          <a:p>
            <a:r>
              <a:rPr lang="en-US" dirty="0"/>
              <a:t>“What do you think would happen if we forgot the PostgreSQL package?”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274FB7-7775-D5A6-D79E-BF9A56658E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3748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7BA91-F47C-0F67-B294-A456D2BCE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8BE15D-CD48-504F-9E47-B3072D1E1A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29DD56C-85C9-2141-1B2E-0C8B51DA85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“Entity Framework is database-independent, so we install providers depending on the database we use.”</a:t>
            </a:r>
          </a:p>
          <a:p>
            <a:r>
              <a:rPr lang="en-US" dirty="0"/>
              <a:t>“What do you think would happen if we forgot the PostgreSQL package?”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4F010A-FC15-D97A-1A64-62DFD79D5E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6577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2F310-67CB-072B-FD43-8F55642C1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DDCBE4-7B0C-040B-A55F-3F74A66871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148F23-D0C0-AAAF-59F8-591ED6605C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“Entity Framework is database-independent, so we install providers depending on the database we use.”</a:t>
            </a:r>
          </a:p>
          <a:p>
            <a:r>
              <a:rPr lang="en-US" dirty="0"/>
              <a:t>“What do you think would happen if we forgot the PostgreSQL package?”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B82936-2E44-3528-F853-E76F09A3BF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53033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2200F5-4D59-628E-61F2-709FC44E6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CBE89A8-1BDD-50AF-849F-8290866092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FA70A9-9310-7D8F-C4D0-12F930B494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“Entity Framework is database-independent, so we install providers depending on the database we use.”</a:t>
            </a:r>
          </a:p>
          <a:p>
            <a:r>
              <a:rPr lang="en-US" dirty="0"/>
              <a:t>“What do you think would happen if we forgot the PostgreSQL package?”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DDE552-C2D1-450C-1DE9-F582B8C36A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2950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85B90-9E33-F150-2B08-3A3322D07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CAA746-DF47-F0C3-A941-BE7A8E6017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F07D33-0576-1B02-F366-8FBD6F3043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“Entity Framework is database-independent, so we install providers depending on the database we use.”</a:t>
            </a:r>
          </a:p>
          <a:p>
            <a:r>
              <a:rPr lang="en-US" dirty="0"/>
              <a:t>“What do you think would happen if we forgot the PostgreSQL package?”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6BA99C-6983-5099-1EC2-9FBD3CC0DC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531362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109331-9322-C4E0-44AC-F78369E76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7D46BD-FA7C-C7BC-BB45-6CE2B0548A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7EB1D1-374F-320E-FC01-0946CFCE04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“Entity Framework is database-independent, so we install providers depending on the database we use.”</a:t>
            </a:r>
          </a:p>
          <a:p>
            <a:r>
              <a:rPr lang="en-US" dirty="0"/>
              <a:t>“What do you think would happen if we forgot the PostgreSQL package?”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600AC9-E906-F924-E485-FE8B35D72D3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90590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3648E1-60F5-7355-9966-072E4AA3F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9341B90-A14C-2D5E-77CB-F5FE7438C4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74CF3F-BED6-D9E0-3ED6-55CCAE98A2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“Entity Framework is database-independent, so we install providers depending on the database we use.”</a:t>
            </a:r>
          </a:p>
          <a:p>
            <a:r>
              <a:rPr lang="en-US" dirty="0"/>
              <a:t>“What do you think would happen if we forgot the PostgreSQL package?”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3A0078-3FD5-C9AC-67DC-035843F423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14587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9783FC-25E1-958C-385C-A90F60FFB0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E37B68-CE89-5024-1202-FB4089388A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0F217A-C276-B835-B967-DC5D66867A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“Entity Framework is database-independent, so we install providers depending on the database we use.”</a:t>
            </a:r>
          </a:p>
          <a:p>
            <a:r>
              <a:rPr lang="en-US" dirty="0"/>
              <a:t>“What do you think would happen if we forgot the PostgreSQL package?”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B64547-C977-54A2-88F4-99D8D8F23E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83847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AC3E4-E04D-D978-EF32-295B56896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9D06E0-B61B-2421-1509-1574EB5B5E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DD000B-3A81-22A4-023C-0B08E89C0C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“Entity Framework is database-independent, so we install providers depending on the database we use.”</a:t>
            </a:r>
          </a:p>
          <a:p>
            <a:r>
              <a:rPr lang="en-US" dirty="0"/>
              <a:t>“What do you think would happen if we forgot the PostgreSQL package?”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A5F382-8CEB-4529-224B-851D90AE4D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55112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21F179-3255-35C9-D717-955C8AE9D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5CD06D-0222-C7F3-9C23-DA66582A9B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549226-32E1-BABC-B2AD-974FF02A68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“Entity Framework is database-independent, so we install providers depending on the database we use.”</a:t>
            </a:r>
          </a:p>
          <a:p>
            <a:r>
              <a:rPr lang="en-US" dirty="0"/>
              <a:t>“What do you think would happen if we forgot the PostgreSQL package?”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6E0E44-96D7-1692-8D35-1E87276624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45990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BB27D-C9C8-9C28-52D7-0F79863A91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28B5DF-57BB-A969-BBAA-1DAADD03C6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19BC1C9-97E4-D056-01F4-49BE2D7A0D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“Entity Framework is database-independent, so we install providers depending on the database we use.”</a:t>
            </a:r>
          </a:p>
          <a:p>
            <a:r>
              <a:rPr lang="en-US" dirty="0"/>
              <a:t>“What do you think would happen if we forgot the PostgreSQL package?”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A35424-ACD0-52F6-15DC-C0719055CE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40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682521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22B34-BF6F-A227-5DB2-C42D075A9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954A2E-69E7-0042-3ED6-2243EA8013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3E3557-5A07-D057-E3C2-70B991F120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“Entity Framework is database-independent, so we install providers depending on the database we use.”</a:t>
            </a:r>
          </a:p>
          <a:p>
            <a:r>
              <a:rPr lang="en-US" dirty="0"/>
              <a:t>“What do you think would happen if we forgot the PostgreSQL package?”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4D9854-CCBA-2F4B-B846-9DAA5BA6C6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50229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9B6B1-2778-9876-EA05-F5E1FF24F5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C1201D-1BB9-CD57-104A-C1E0666C87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ED62CD-F133-316A-905E-1635C9200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“Entity Framework is database-independent, so we install providers depending on the database we use.”</a:t>
            </a:r>
          </a:p>
          <a:p>
            <a:r>
              <a:rPr lang="en-US" dirty="0"/>
              <a:t>“What do you think would happen if we forgot the PostgreSQL package?”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12B302-516B-759C-0675-82371D8773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377816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EE64A7-A575-A4C2-F91A-4965357001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42A352-8A6A-C847-9604-41A9D11FC7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E0EC98-ADFB-B310-520D-906CFC32BC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“Entity Framework is database-independent, so we install providers depending on the database we use.”</a:t>
            </a:r>
          </a:p>
          <a:p>
            <a:r>
              <a:rPr lang="en-US" dirty="0"/>
              <a:t>“What do you think would happen if we forgot the PostgreSQL package?”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030060-E50F-55E2-7F36-4D287F97F9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77691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B41C7F-FFB4-808D-B29F-5473DBCBF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C253FB-BD7E-09AC-E024-365235D577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C7ACF3-7858-F022-6472-B0E9352DBD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“Entity Framework is database-independent, so we install providers depending on the database we use.”</a:t>
            </a:r>
          </a:p>
          <a:p>
            <a:r>
              <a:rPr lang="en-US" dirty="0"/>
              <a:t>“What do you think would happen if we forgot the PostgreSQL package?”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A17168-A4FB-92E3-03AA-CE9AE06884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45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722192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8FC470-E3BB-1922-FBB1-69B359498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465662-381A-9992-17A8-8089DD14E4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B7DCD93-3707-2E54-31C7-AB3C8C28BD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“This file will contain the Student model or Student entity.”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8BA4C-8A9D-DCD0-CAC7-FA5A32480D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288909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F1A1D-F675-FCAE-2387-6E21A50B1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449F89-9623-0BC0-1DD9-71EA1A8BB0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1723A4-5BB6-67F9-B58A-E3BF842534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“This file will contain the Student model or Student entity.”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99C21B-2A9E-50A1-D9ED-B7D42477B9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47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136243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7F7A9-EF94-FA9B-218B-EEA21D08A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A0D9B1-8C50-BF8F-123D-3CBAA10688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767F17-8922-5887-4DAC-CA0DBF50D7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“Entity Framework is database-independent, so we install providers depending on the database we use.”</a:t>
            </a:r>
          </a:p>
          <a:p>
            <a:r>
              <a:rPr lang="en-US" dirty="0"/>
              <a:t>“What do you think would happen if we forgot the PostgreSQL package?”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706317-B024-7AD5-A733-F597B2CD63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48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656625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9A4A6-647D-1CF2-2C95-E9408B6C0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78835EA-F638-0F0F-17A4-FAB873976D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F3CC9A-4E86-5D78-C11E-61869D7592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“This file will contain the Student model or Student entity.”</a:t>
            </a:r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CA0AA4-3BA8-CB93-F961-0836D3943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91615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1CFD2-5827-9386-BB78-783BCB4FA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86258F-6F4B-340D-9FA7-E133B721C2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35E933-3DC5-AB67-E967-E785E08C0F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“Entity Framework is database-independent, so we install providers depending on the database we use.”</a:t>
            </a:r>
          </a:p>
          <a:p>
            <a:r>
              <a:rPr lang="en-US" dirty="0"/>
              <a:t>“What do you think would happen if we forgot the PostgreSQL package?”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5B8548-190B-B024-991A-F073E41F0B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50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228327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1D262-2245-6AFA-861A-0D1A81F5D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545411-958F-270F-0F56-91053088D9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FC9605-27FD-F76E-B634-1460F73AB6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“Entity Framework is database-independent, so we install providers depending on the database we use.”</a:t>
            </a:r>
          </a:p>
          <a:p>
            <a:r>
              <a:rPr lang="en-US" dirty="0"/>
              <a:t>“What do you think would happen if we forgot the PostgreSQL package?”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7DBE6E-91B3-3043-4BF4-54D8EE20DD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51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095495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65797B-BEE1-720D-0631-7ED53051E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3DF745-2CD8-4700-B63B-D571A95713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2C0150-90FB-1758-F4FB-DDE9DE346A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“Entity Framework is database-independent, so we install providers depending on the database we use.”</a:t>
            </a:r>
          </a:p>
          <a:p>
            <a:r>
              <a:rPr lang="en-US" dirty="0"/>
              <a:t>“What do you think would happen if we forgot the PostgreSQL package?”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62FEDF-466E-ABA2-C250-02624D1ECE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7247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B55E5-508A-0226-78B2-11AE1EA46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A10AC7-B886-15D1-2F5D-4F60E9B36E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A2BABB-F874-4B6E-C6DC-2F03B3A043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“Entity Framework is database-independent, so we install providers depending on the database we use.”</a:t>
            </a:r>
          </a:p>
          <a:p>
            <a:r>
              <a:rPr lang="en-US" dirty="0"/>
              <a:t>“What do you think would happen if we forgot the PostgreSQL package?”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7479C8-4959-772A-6826-548C2C8202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87624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B8C3B1-3C03-A9F8-5764-EE3E6F2CC1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20C9FD-1F02-3578-738B-903DEA2935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02E8809-ACF8-5E58-C085-0420081A05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“Entity Framework is database-independent, so we install providers depending on the database we use.”</a:t>
            </a:r>
          </a:p>
          <a:p>
            <a:r>
              <a:rPr lang="en-US" dirty="0"/>
              <a:t>“What do you think would happen if we forgot the PostgreSQL package?”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86E292-D89F-E1F0-8CC2-A3C7B68E40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087463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F0144-5BD3-18B6-DD98-E7F593A94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445FD5-3287-24E5-938E-5AEEB9302F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C0D7A0-4E63-75C4-5D66-BED983458A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249E83-33C3-F313-CA89-17688355C77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7545550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E57D38-060B-F69B-957F-C57A009FE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84A1FB2-208D-C881-6618-8DB0157B0D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10A4A6-6B65-6228-713C-77CF2ADB9E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“Entity Framework is database-independent, so we install providers depending on the database we use.”</a:t>
            </a:r>
          </a:p>
          <a:p>
            <a:r>
              <a:rPr lang="en-US" dirty="0"/>
              <a:t>“What do you think would happen if we forgot the PostgreSQL package?”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E81E30-1424-95AB-C7F3-226F624590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57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982442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8F32B-AABB-1EB8-EB26-DC71592A9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609F88-3287-D122-643B-3C79F75CF4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322E21-8406-CBC2-4DEA-F67CEE1055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“Entity Framework is database-independent, so we install providers depending on the database we use.”</a:t>
            </a:r>
          </a:p>
          <a:p>
            <a:r>
              <a:rPr lang="en-US" dirty="0"/>
              <a:t>“What do you think would happen if we forgot the PostgreSQL package?”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5453AF-1B91-DFF1-EBAF-181CAC2224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211817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57B19B-566D-08F6-AEA4-81392F730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424D86-2664-4DB2-1360-44AD401BD2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74BB48-2B18-2C1C-B222-CE3B79D435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“Entity Framework is database-independent, so we install providers depending on the database we use.”</a:t>
            </a:r>
          </a:p>
          <a:p>
            <a:r>
              <a:rPr lang="en-US" dirty="0"/>
              <a:t>“What do you think would happen if we forgot the PostgreSQL package?”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EF4DF4-4879-0243-CC92-EB0C96B086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1720159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091987-C315-B4CF-4F22-AD8C507AD0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7CEA02-9645-42BB-1658-CC04E382B7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542425-9079-316D-0083-8AFB7C4E11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A2009A-413F-9D67-6915-F210CEAFA8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907070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92A6D-2997-3770-C865-022DFD6CBC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052AC8-540E-63C6-01AC-C63068DA2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5E7B9BF-1F2B-F81F-75BA-48E4A33942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“Entity Framework is database-independent, so we install providers depending on the database we use.”</a:t>
            </a:r>
          </a:p>
          <a:p>
            <a:r>
              <a:rPr lang="en-US" dirty="0"/>
              <a:t>“What do you think would happen if we forgot the PostgreSQL package?”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F5D923-3508-2B8E-D09F-A886FF06DA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63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553694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FC3AAB-428D-C32D-5EFE-B25188057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9C809A-8E09-93A8-D9C4-398CECDC3A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48438D-E43A-440C-C583-0534D343E3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D3D6F4-B9CC-CE79-A81A-E8EB3FD7B0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239427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36CC0-31E7-36FE-DAE0-4B47233DC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3C463F-5DAC-67DA-8C08-5BEAE9CC37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1C804BF-6A9E-F631-CDC0-6179F0C72A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“Entity Framework is database-independent, so we install providers depending on the database we use.”</a:t>
            </a:r>
          </a:p>
          <a:p>
            <a:r>
              <a:rPr lang="en-US" dirty="0"/>
              <a:t>“What do you think would happen if we forgot the PostgreSQL package?”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2AB36A-1CBD-69BB-2900-DF582921E8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66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7993985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E21C25-5705-DC89-C0B6-2A044D665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F30468-BD05-C522-2607-81F4CA6F25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383373-55B0-FDFB-A4B4-09852AA1B8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“Entity Framework is database-independent, so we install providers depending on the database we use.”</a:t>
            </a:r>
          </a:p>
          <a:p>
            <a:r>
              <a:rPr lang="en-US" dirty="0"/>
              <a:t>“What do you think would happen if we forgot the PostgreSQL package?”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C2517E-6FDC-2A27-E875-14C2BB8387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67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12893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E842FD-FF08-F7EA-B11B-0F5426928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E1ED7E-00EE-212B-0AD3-16B1BEA189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BC4C00-D8F0-7465-6673-F3A1352762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Update your </a:t>
            </a:r>
            <a:r>
              <a:rPr lang="en-US" dirty="0" err="1"/>
              <a:t>Student.cs</a:t>
            </a:r>
            <a:r>
              <a:rPr lang="en-US" dirty="0"/>
              <a:t> model.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1B4FFB-54BF-5D66-7284-19507C4F73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53628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C5FFD-5E12-F8BF-DBC8-AAC8C2EF6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2DAD65-515A-121E-0468-846633E7AB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742FDA8-6FFF-07D0-2105-C9BB8CE03C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our current related tables, how will you do this query?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0757C4-DC4E-3AFD-D701-18FCDDE002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33A606-A3EA-4C00-95FE-0C2B5DB3C1BB}" type="slidenum">
              <a:rPr lang="en-US" smtClean="0"/>
              <a:t>70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1364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4">
            <a:extLst>
              <a:ext uri="{FF2B5EF4-FFF2-40B4-BE49-F238E27FC236}">
                <a16:creationId xmlns:a16="http://schemas.microsoft.com/office/drawing/2014/main" id="{0AD83C05-AAB1-1EB7-C60C-159D9FDC7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4137"/>
            <a:ext cx="8510337" cy="3983569"/>
          </a:xfrm>
        </p:spPr>
        <p:txBody>
          <a:bodyPr>
            <a:normAutofit/>
          </a:bodyPr>
          <a:lstStyle>
            <a:lvl1pPr>
              <a:defRPr sz="5400">
                <a:solidFill>
                  <a:srgbClr val="383938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BA17380F-F92F-CA4F-756B-F6E5EB3D84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962516"/>
            <a:ext cx="5990863" cy="433747"/>
          </a:xfrm>
        </p:spPr>
        <p:txBody>
          <a:bodyPr anchor="ctr">
            <a:noAutofit/>
          </a:bodyPr>
          <a:lstStyle>
            <a:lvl1pPr marL="0" indent="0">
              <a:buNone/>
              <a:defRPr sz="1800" i="0"/>
            </a:lvl1pPr>
          </a:lstStyle>
          <a:p>
            <a:pPr lvl="0"/>
            <a:r>
              <a:rPr lang="en-US" dirty="0"/>
              <a:t>[Name of </a:t>
            </a:r>
            <a:r>
              <a:rPr lang="en-US" dirty="0" err="1"/>
              <a:t>Presentor</a:t>
            </a:r>
            <a:r>
              <a:rPr lang="en-US" dirty="0"/>
              <a:t>], Job Title</a:t>
            </a:r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F890C58A-679B-F70F-A634-488A8F0682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5478925"/>
            <a:ext cx="5990863" cy="433747"/>
          </a:xfrm>
        </p:spPr>
        <p:txBody>
          <a:bodyPr anchor="ctr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[Name of </a:t>
            </a:r>
            <a:r>
              <a:rPr lang="en-US" dirty="0" err="1"/>
              <a:t>Presentor</a:t>
            </a:r>
            <a:r>
              <a:rPr lang="en-US" dirty="0"/>
              <a:t>], Job Title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2CAB5B-178C-3B76-DAE2-E7142C3760CA}"/>
              </a:ext>
            </a:extLst>
          </p:cNvPr>
          <p:cNvSpPr txBox="1"/>
          <p:nvPr userDrawn="1"/>
        </p:nvSpPr>
        <p:spPr>
          <a:xfrm>
            <a:off x="391245" y="6443913"/>
            <a:ext cx="44453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US" sz="800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ource Sans Pro" panose="020B0503030403020204" pitchFamily="34" charset="0"/>
              </a:rPr>
              <a:t>The content of this presentation is proprietary and confidential information of Open </a:t>
            </a:r>
            <a:r>
              <a:rPr lang="en-US" sz="800" b="0" i="1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ource Sans Pro" panose="020B0503030403020204" pitchFamily="34" charset="0"/>
              </a:rPr>
              <a:t>iT.</a:t>
            </a:r>
            <a:r>
              <a:rPr lang="en-US" sz="800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ource Sans Pro" panose="020B0503030403020204" pitchFamily="34" charset="0"/>
              </a:rPr>
              <a:t> </a:t>
            </a:r>
            <a:endParaRPr lang="en-US" sz="800" b="0" i="1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800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ource Sans Pro" panose="020B0503030403020204" pitchFamily="34" charset="0"/>
              </a:rPr>
              <a:t>It is not intended to be distributed to any third party without written consent of Open iT</a:t>
            </a:r>
            <a:endParaRPr lang="en-US" sz="800" b="0" i="1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50C1BC-32D2-302D-95DD-33B70C41A33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8317" y="6246271"/>
            <a:ext cx="1230966" cy="49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864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4">
            <a:extLst>
              <a:ext uri="{FF2B5EF4-FFF2-40B4-BE49-F238E27FC236}">
                <a16:creationId xmlns:a16="http://schemas.microsoft.com/office/drawing/2014/main" id="{0AD83C05-AAB1-1EB7-C60C-159D9FDC7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98557"/>
            <a:ext cx="4590327" cy="4199149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29">
            <a:extLst>
              <a:ext uri="{FF2B5EF4-FFF2-40B4-BE49-F238E27FC236}">
                <a16:creationId xmlns:a16="http://schemas.microsoft.com/office/drawing/2014/main" id="{BA17380F-F92F-CA4F-756B-F6E5EB3D84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200" y="4962516"/>
            <a:ext cx="5990863" cy="433747"/>
          </a:xfrm>
        </p:spPr>
        <p:txBody>
          <a:bodyPr anchor="ctr">
            <a:noAutofit/>
          </a:bodyPr>
          <a:lstStyle>
            <a:lvl1pPr marL="0" indent="0">
              <a:buNone/>
              <a:defRPr sz="1800" i="0"/>
            </a:lvl1pPr>
          </a:lstStyle>
          <a:p>
            <a:pPr lvl="0"/>
            <a:r>
              <a:rPr lang="en-US" dirty="0"/>
              <a:t>[Name of </a:t>
            </a:r>
            <a:r>
              <a:rPr lang="en-US" dirty="0" err="1"/>
              <a:t>Presentor</a:t>
            </a:r>
            <a:r>
              <a:rPr lang="en-US" dirty="0"/>
              <a:t>], Job Title</a:t>
            </a:r>
          </a:p>
        </p:txBody>
      </p:sp>
      <p:sp>
        <p:nvSpPr>
          <p:cNvPr id="13" name="Text Placeholder 29">
            <a:extLst>
              <a:ext uri="{FF2B5EF4-FFF2-40B4-BE49-F238E27FC236}">
                <a16:creationId xmlns:a16="http://schemas.microsoft.com/office/drawing/2014/main" id="{F890C58A-679B-F70F-A634-488A8F06822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8200" y="5478925"/>
            <a:ext cx="5990863" cy="433747"/>
          </a:xfrm>
        </p:spPr>
        <p:txBody>
          <a:bodyPr anchor="ctr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[Name of </a:t>
            </a:r>
            <a:r>
              <a:rPr lang="en-US" dirty="0" err="1"/>
              <a:t>Presentor</a:t>
            </a:r>
            <a:r>
              <a:rPr lang="en-US" dirty="0"/>
              <a:t>], Job Title</a:t>
            </a:r>
          </a:p>
        </p:txBody>
      </p:sp>
      <p:sp>
        <p:nvSpPr>
          <p:cNvPr id="14" name="Text Placeholder 29">
            <a:extLst>
              <a:ext uri="{FF2B5EF4-FFF2-40B4-BE49-F238E27FC236}">
                <a16:creationId xmlns:a16="http://schemas.microsoft.com/office/drawing/2014/main" id="{AB6DF9C6-0236-A690-6B51-E1B4A6B47BD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0" y="5995333"/>
            <a:ext cx="5990863" cy="433747"/>
          </a:xfrm>
        </p:spPr>
        <p:txBody>
          <a:bodyPr anchor="ctr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[Name of </a:t>
            </a:r>
            <a:r>
              <a:rPr lang="en-US" dirty="0" err="1"/>
              <a:t>Presentor</a:t>
            </a:r>
            <a:r>
              <a:rPr lang="en-US" dirty="0"/>
              <a:t>], Job Title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2CAB5B-178C-3B76-DAE2-E7142C3760CA}"/>
              </a:ext>
            </a:extLst>
          </p:cNvPr>
          <p:cNvSpPr txBox="1"/>
          <p:nvPr userDrawn="1"/>
        </p:nvSpPr>
        <p:spPr>
          <a:xfrm>
            <a:off x="391245" y="6443913"/>
            <a:ext cx="444537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 fontAlgn="base"/>
            <a:r>
              <a:rPr lang="en-US" sz="800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ource Sans Pro" panose="020B0503030403020204" pitchFamily="34" charset="0"/>
              </a:rPr>
              <a:t>The content of this presentation is proprietary and confidential information of Open </a:t>
            </a:r>
            <a:r>
              <a:rPr lang="en-US" sz="800" b="0" i="1" dirty="0" err="1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ource Sans Pro" panose="020B0503030403020204" pitchFamily="34" charset="0"/>
              </a:rPr>
              <a:t>iT.</a:t>
            </a:r>
            <a:r>
              <a:rPr lang="en-US" sz="800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ource Sans Pro" panose="020B0503030403020204" pitchFamily="34" charset="0"/>
              </a:rPr>
              <a:t> </a:t>
            </a:r>
            <a:endParaRPr lang="en-US" sz="800" b="0" i="1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Segoe UI" panose="020B0502040204020203" pitchFamily="34" charset="0"/>
            </a:endParaRPr>
          </a:p>
          <a:p>
            <a:pPr algn="l" rtl="0" fontAlgn="base"/>
            <a:r>
              <a:rPr lang="en-US" sz="800" b="0" i="1" dirty="0">
                <a:solidFill>
                  <a:schemeClr val="tx1">
                    <a:lumMod val="50000"/>
                    <a:lumOff val="50000"/>
                  </a:schemeClr>
                </a:solidFill>
                <a:effectLst/>
                <a:latin typeface="Source Sans Pro" panose="020B0503030403020204" pitchFamily="34" charset="0"/>
              </a:rPr>
              <a:t>It is not intended to be distributed to any third party without written consent of Open iT</a:t>
            </a:r>
            <a:endParaRPr lang="en-US" sz="800" b="0" i="1" dirty="0">
              <a:solidFill>
                <a:schemeClr val="tx1">
                  <a:lumMod val="50000"/>
                  <a:lumOff val="50000"/>
                </a:schemeClr>
              </a:solidFill>
              <a:effectLst/>
              <a:latin typeface="Segoe UI" panose="020B0502040204020203" pitchFamily="34" charset="0"/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46CDE7B-66AF-7058-3F6D-1861F6135CF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72863" y="517358"/>
            <a:ext cx="2627977" cy="249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066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24">
            <a:extLst>
              <a:ext uri="{FF2B5EF4-FFF2-40B4-BE49-F238E27FC236}">
                <a16:creationId xmlns:a16="http://schemas.microsoft.com/office/drawing/2014/main" id="{0AD83C05-AAB1-1EB7-C60C-159D9FDC7E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7770" y="910292"/>
            <a:ext cx="2901297" cy="1010324"/>
          </a:xfrm>
        </p:spPr>
        <p:txBody>
          <a:bodyPr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647C11-B7F0-1037-D32C-A04FA9781C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87799" y="910292"/>
            <a:ext cx="7981484" cy="5050241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9698705-95F1-370C-463D-D7BE5CBD03F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4270" y="3904025"/>
            <a:ext cx="2627977" cy="249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954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AEB1F-1D18-49E2-BC00-2D07A44B8E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833"/>
            <a:ext cx="10515600" cy="4801130"/>
          </a:xfrm>
        </p:spPr>
        <p:txBody>
          <a:bodyPr/>
          <a:lstStyle>
            <a:lvl2pPr marL="685800" indent="-228600">
              <a:buFont typeface="Source Sans Pro" panose="020B0503030403020204" pitchFamily="34" charset="0"/>
              <a:buChar char="–"/>
              <a:defRPr/>
            </a:lvl2pPr>
            <a:lvl3pPr marL="1143000" indent="-228600">
              <a:buFont typeface="Wingdings" panose="05000000000000000000" pitchFamily="2" charset="2"/>
              <a:buChar char="§"/>
              <a:defRPr lang="en-US" dirty="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13F55092-D245-DE4B-0FB0-6EF6CA29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725"/>
            <a:ext cx="10515600" cy="69395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C3160C0A-486A-76E9-6320-E214A13446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C5F444-DFA9-C47B-1E21-45A21E5660B2}"/>
              </a:ext>
            </a:extLst>
          </p:cNvPr>
          <p:cNvSpPr txBox="1"/>
          <p:nvPr userDrawn="1"/>
        </p:nvSpPr>
        <p:spPr>
          <a:xfrm>
            <a:off x="708211" y="6532066"/>
            <a:ext cx="5154109" cy="2154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© 2026 Open iT, Inc. All rights reserved. Company Confidential. </a:t>
            </a:r>
            <a:r>
              <a:rPr lang="en-PH" dirty="0"/>
              <a:t>ISO/IEC 27001:2022 Certified | BARR Certifications.</a:t>
            </a:r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B718DFB-F25F-8B51-B4A0-C9F280249CD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24204" y="6292877"/>
            <a:ext cx="1693700" cy="493208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C4008F49-8B49-644F-BDED-2C5018AE767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72863" y="517358"/>
            <a:ext cx="2627977" cy="24939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ECD9DD-ABD7-DD52-1729-0EBC001764D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8317" y="6246271"/>
            <a:ext cx="1230966" cy="49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0326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968D7-D6D9-A8F4-6AC1-FFF7C24FDB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17358"/>
            <a:ext cx="10515600" cy="6939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976BB0-8DD0-89E9-9C69-42C31F2F036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92DE38-1143-1205-774D-F99D5C4402A2}"/>
              </a:ext>
            </a:extLst>
          </p:cNvPr>
          <p:cNvSpPr txBox="1"/>
          <p:nvPr userDrawn="1"/>
        </p:nvSpPr>
        <p:spPr>
          <a:xfrm>
            <a:off x="708211" y="6532066"/>
            <a:ext cx="5057589" cy="2154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© 2026 Open iT, Inc. All rights reserved. Company Confidential. </a:t>
            </a:r>
            <a:r>
              <a:rPr lang="en-PH" dirty="0"/>
              <a:t>ISO/IEC 27001:2022 Certified | BARR Certifications.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9FDC938-7D9D-6C6F-C5C1-EFE2651DDEC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24204" y="6292877"/>
            <a:ext cx="1693700" cy="493208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554ACD5-4058-BECA-F23C-62B794753E4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72863" y="517358"/>
            <a:ext cx="2627977" cy="24939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969BD30-0EA0-CE6B-B287-586D2096A8F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8317" y="6246271"/>
            <a:ext cx="1230966" cy="49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432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424433-77BF-D68A-D92F-83EB87827E3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37E39CB-6548-DCD3-9466-4966ED65B1C9}"/>
              </a:ext>
            </a:extLst>
          </p:cNvPr>
          <p:cNvSpPr txBox="1"/>
          <p:nvPr userDrawn="1"/>
        </p:nvSpPr>
        <p:spPr>
          <a:xfrm>
            <a:off x="708211" y="6532066"/>
            <a:ext cx="5022029" cy="2154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© 2026 Open iT, Inc. All rights reserved. Company Confidential. </a:t>
            </a:r>
            <a:r>
              <a:rPr lang="en-PH" dirty="0"/>
              <a:t>ISO/IEC 27001:2022 Certified | BARR Certifications.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481B961-9FC2-6555-2CD4-22DA0F3AC32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24204" y="6292877"/>
            <a:ext cx="1693700" cy="493208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C9E8F150-C826-898B-57E5-8304FEF528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72863" y="517358"/>
            <a:ext cx="2627977" cy="24939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EAF6466-0E92-1953-4EF1-707F2A7A185A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8317" y="6246271"/>
            <a:ext cx="1230966" cy="49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039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852774A5-0132-9662-B057-FE9A61583B6A}"/>
              </a:ext>
            </a:extLst>
          </p:cNvPr>
          <p:cNvSpPr/>
          <p:nvPr userDrawn="1"/>
        </p:nvSpPr>
        <p:spPr>
          <a:xfrm>
            <a:off x="455705" y="606424"/>
            <a:ext cx="9259795" cy="2454275"/>
          </a:xfrm>
          <a:prstGeom prst="roundRect">
            <a:avLst>
              <a:gd name="adj" fmla="val 21813"/>
            </a:avLst>
          </a:prstGeom>
          <a:gradFill flip="none" rotWithShape="1">
            <a:gsLst>
              <a:gs pos="0">
                <a:schemeClr val="tx2">
                  <a:shade val="30000"/>
                  <a:satMod val="115000"/>
                </a:schemeClr>
              </a:gs>
              <a:gs pos="50000">
                <a:schemeClr val="tx2">
                  <a:shade val="67500"/>
                  <a:satMod val="115000"/>
                </a:schemeClr>
              </a:gs>
              <a:gs pos="100000">
                <a:schemeClr val="tx2">
                  <a:shade val="100000"/>
                  <a:satMod val="11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964141D3-55E9-3038-3AB1-5B88A5553F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2688" y="848518"/>
            <a:ext cx="7550611" cy="2008982"/>
          </a:xfrm>
        </p:spPr>
        <p:txBody>
          <a:bodyPr>
            <a:no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8C8EA92-54A5-2BFE-7366-C84329A80B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52537" y="3469216"/>
            <a:ext cx="6803531" cy="1052513"/>
          </a:xfrm>
        </p:spPr>
        <p:txBody>
          <a:bodyPr>
            <a:normAutofit/>
          </a:bodyPr>
          <a:lstStyle>
            <a:lvl1pPr marL="0" indent="0"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add subtopic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24D32C-4678-48FC-6C42-4FE0408EA8B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60C32B-384F-915E-D458-6250AEF4999C}"/>
              </a:ext>
            </a:extLst>
          </p:cNvPr>
          <p:cNvSpPr txBox="1"/>
          <p:nvPr userDrawn="1"/>
        </p:nvSpPr>
        <p:spPr>
          <a:xfrm>
            <a:off x="708211" y="6532066"/>
            <a:ext cx="5019489" cy="2154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© 2026 Open iT, Inc. All rights reserved. Company Confidential. </a:t>
            </a:r>
            <a:r>
              <a:rPr lang="en-PH" dirty="0"/>
              <a:t>ISO/IEC 27001:2022 Certified | BARR Certifications.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8B2F7F5-51AC-84D3-983F-EDCAE2BBC6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924204" y="6292877"/>
            <a:ext cx="1693700" cy="493208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FAFD9206-EE3E-8C1B-43CA-4E210476176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03915" y="3634059"/>
            <a:ext cx="2627977" cy="249395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8670E1-DF83-CC17-70EB-03075A5B97F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8317" y="6246271"/>
            <a:ext cx="1230966" cy="493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4549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act Slid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C5D32C5-77A6-4C8B-482E-E98C449C69BB}"/>
              </a:ext>
            </a:extLst>
          </p:cNvPr>
          <p:cNvSpPr/>
          <p:nvPr userDrawn="1"/>
        </p:nvSpPr>
        <p:spPr>
          <a:xfrm>
            <a:off x="10661905" y="6163235"/>
            <a:ext cx="1413554" cy="5602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B7CFCC-1AAE-99E8-8CBD-353126793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051635-DD50-3914-D49C-80B6A29758FA}"/>
              </a:ext>
            </a:extLst>
          </p:cNvPr>
          <p:cNvSpPr txBox="1"/>
          <p:nvPr userDrawn="1"/>
        </p:nvSpPr>
        <p:spPr>
          <a:xfrm>
            <a:off x="708211" y="6532066"/>
            <a:ext cx="5072829" cy="2154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© 2026 Open iT, Inc. All rights reserved. Company Confidential. </a:t>
            </a:r>
            <a:r>
              <a:rPr lang="en-PH" dirty="0"/>
              <a:t>ISO/IEC 27001:2022 Certified | BARR Certifications.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432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A983234-BF24-6C64-8F4D-1EDA2A782E1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782468"/>
          </a:xfrm>
          <a:prstGeom prst="rect">
            <a:avLst/>
          </a:prstGeom>
        </p:spPr>
      </p:pic>
      <p:pic>
        <p:nvPicPr>
          <p:cNvPr id="44" name="Picture Placeholder 22" descr="3D design of a city in white">
            <a:extLst>
              <a:ext uri="{FF2B5EF4-FFF2-40B4-BE49-F238E27FC236}">
                <a16:creationId xmlns:a16="http://schemas.microsoft.com/office/drawing/2014/main" id="{5D2548E1-4EBD-91F5-EDE7-9BBB3D6413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"/>
            <a:ext cx="12192000" cy="3539752"/>
          </a:xfrm>
          <a:prstGeom prst="rect">
            <a:avLst/>
          </a:prstGeom>
        </p:spPr>
      </p:pic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C846D13-6AE0-C2A6-E408-D27EF9E6A9E1}"/>
              </a:ext>
            </a:extLst>
          </p:cNvPr>
          <p:cNvSpPr/>
          <p:nvPr userDrawn="1"/>
        </p:nvSpPr>
        <p:spPr>
          <a:xfrm>
            <a:off x="4401315" y="1697300"/>
            <a:ext cx="6961609" cy="428286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latin typeface="+mj-lt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6A86035-DCEC-7C25-3B75-43E52E785C93}"/>
              </a:ext>
            </a:extLst>
          </p:cNvPr>
          <p:cNvSpPr txBox="1"/>
          <p:nvPr userDrawn="1"/>
        </p:nvSpPr>
        <p:spPr>
          <a:xfrm>
            <a:off x="5656374" y="4429351"/>
            <a:ext cx="2290268" cy="343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rPr>
              <a:t>+1 281 599 3400</a:t>
            </a:r>
          </a:p>
        </p:txBody>
      </p:sp>
      <p:sp>
        <p:nvSpPr>
          <p:cNvPr id="49" name="Shape">
            <a:extLst>
              <a:ext uri="{FF2B5EF4-FFF2-40B4-BE49-F238E27FC236}">
                <a16:creationId xmlns:a16="http://schemas.microsoft.com/office/drawing/2014/main" id="{C86CAF21-9244-5E84-F1EF-DACA98ED01A3}"/>
              </a:ext>
            </a:extLst>
          </p:cNvPr>
          <p:cNvSpPr/>
          <p:nvPr userDrawn="1"/>
        </p:nvSpPr>
        <p:spPr>
          <a:xfrm>
            <a:off x="5196963" y="5157943"/>
            <a:ext cx="257999" cy="1874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cubicBezTo>
                  <a:pt x="1964" y="0"/>
                  <a:pt x="1964" y="0"/>
                  <a:pt x="1964" y="0"/>
                </a:cubicBezTo>
                <a:cubicBezTo>
                  <a:pt x="859" y="0"/>
                  <a:pt x="0" y="1181"/>
                  <a:pt x="0" y="2700"/>
                </a:cubicBezTo>
                <a:cubicBezTo>
                  <a:pt x="0" y="18900"/>
                  <a:pt x="0" y="18900"/>
                  <a:pt x="0" y="18900"/>
                </a:cubicBezTo>
                <a:cubicBezTo>
                  <a:pt x="0" y="20419"/>
                  <a:pt x="859" y="21600"/>
                  <a:pt x="1964" y="21600"/>
                </a:cubicBezTo>
                <a:cubicBezTo>
                  <a:pt x="19636" y="21600"/>
                  <a:pt x="19636" y="21600"/>
                  <a:pt x="19636" y="21600"/>
                </a:cubicBezTo>
                <a:cubicBezTo>
                  <a:pt x="20741" y="21600"/>
                  <a:pt x="21600" y="20419"/>
                  <a:pt x="21600" y="18900"/>
                </a:cubicBezTo>
                <a:cubicBezTo>
                  <a:pt x="21600" y="2700"/>
                  <a:pt x="21600" y="2700"/>
                  <a:pt x="21600" y="2700"/>
                </a:cubicBezTo>
                <a:cubicBezTo>
                  <a:pt x="21600" y="1181"/>
                  <a:pt x="20741" y="0"/>
                  <a:pt x="19636" y="0"/>
                </a:cubicBezTo>
                <a:moveTo>
                  <a:pt x="1964" y="1350"/>
                </a:moveTo>
                <a:cubicBezTo>
                  <a:pt x="19636" y="1350"/>
                  <a:pt x="19636" y="1350"/>
                  <a:pt x="19636" y="1350"/>
                </a:cubicBezTo>
                <a:cubicBezTo>
                  <a:pt x="19759" y="1350"/>
                  <a:pt x="19882" y="1350"/>
                  <a:pt x="20005" y="1350"/>
                </a:cubicBezTo>
                <a:cubicBezTo>
                  <a:pt x="11414" y="13163"/>
                  <a:pt x="11414" y="13163"/>
                  <a:pt x="11414" y="13163"/>
                </a:cubicBezTo>
                <a:cubicBezTo>
                  <a:pt x="11291" y="13331"/>
                  <a:pt x="11045" y="13500"/>
                  <a:pt x="10800" y="13500"/>
                </a:cubicBezTo>
                <a:cubicBezTo>
                  <a:pt x="10555" y="13500"/>
                  <a:pt x="10309" y="13331"/>
                  <a:pt x="10186" y="13163"/>
                </a:cubicBezTo>
                <a:cubicBezTo>
                  <a:pt x="1595" y="1350"/>
                  <a:pt x="1595" y="1350"/>
                  <a:pt x="1595" y="1350"/>
                </a:cubicBezTo>
                <a:cubicBezTo>
                  <a:pt x="1718" y="1350"/>
                  <a:pt x="1841" y="1350"/>
                  <a:pt x="1964" y="1350"/>
                </a:cubicBezTo>
                <a:moveTo>
                  <a:pt x="982" y="18900"/>
                </a:moveTo>
                <a:cubicBezTo>
                  <a:pt x="982" y="2700"/>
                  <a:pt x="982" y="2700"/>
                  <a:pt x="982" y="2700"/>
                </a:cubicBezTo>
                <a:cubicBezTo>
                  <a:pt x="982" y="2700"/>
                  <a:pt x="982" y="2531"/>
                  <a:pt x="982" y="2531"/>
                </a:cubicBezTo>
                <a:cubicBezTo>
                  <a:pt x="7118" y="10800"/>
                  <a:pt x="7118" y="10800"/>
                  <a:pt x="7118" y="10800"/>
                </a:cubicBezTo>
                <a:cubicBezTo>
                  <a:pt x="982" y="19069"/>
                  <a:pt x="982" y="19069"/>
                  <a:pt x="982" y="19069"/>
                </a:cubicBezTo>
                <a:cubicBezTo>
                  <a:pt x="982" y="19069"/>
                  <a:pt x="982" y="18900"/>
                  <a:pt x="982" y="18900"/>
                </a:cubicBezTo>
                <a:moveTo>
                  <a:pt x="19636" y="20250"/>
                </a:moveTo>
                <a:cubicBezTo>
                  <a:pt x="1964" y="20250"/>
                  <a:pt x="1964" y="20250"/>
                  <a:pt x="1964" y="20250"/>
                </a:cubicBezTo>
                <a:cubicBezTo>
                  <a:pt x="1841" y="20250"/>
                  <a:pt x="1718" y="20250"/>
                  <a:pt x="1595" y="20250"/>
                </a:cubicBezTo>
                <a:cubicBezTo>
                  <a:pt x="7732" y="11812"/>
                  <a:pt x="7732" y="11812"/>
                  <a:pt x="7732" y="11812"/>
                </a:cubicBezTo>
                <a:cubicBezTo>
                  <a:pt x="9450" y="14006"/>
                  <a:pt x="9450" y="14006"/>
                  <a:pt x="9450" y="14006"/>
                </a:cubicBezTo>
                <a:cubicBezTo>
                  <a:pt x="9818" y="14512"/>
                  <a:pt x="10309" y="14850"/>
                  <a:pt x="10800" y="14850"/>
                </a:cubicBezTo>
                <a:cubicBezTo>
                  <a:pt x="11291" y="14850"/>
                  <a:pt x="11782" y="14512"/>
                  <a:pt x="12150" y="14006"/>
                </a:cubicBezTo>
                <a:cubicBezTo>
                  <a:pt x="13868" y="11812"/>
                  <a:pt x="13868" y="11812"/>
                  <a:pt x="13868" y="11812"/>
                </a:cubicBezTo>
                <a:cubicBezTo>
                  <a:pt x="20005" y="20250"/>
                  <a:pt x="20005" y="20250"/>
                  <a:pt x="20005" y="20250"/>
                </a:cubicBezTo>
                <a:cubicBezTo>
                  <a:pt x="19882" y="20250"/>
                  <a:pt x="19759" y="20250"/>
                  <a:pt x="19636" y="20250"/>
                </a:cubicBezTo>
                <a:moveTo>
                  <a:pt x="20618" y="18900"/>
                </a:moveTo>
                <a:cubicBezTo>
                  <a:pt x="20618" y="18900"/>
                  <a:pt x="20618" y="19069"/>
                  <a:pt x="20618" y="19069"/>
                </a:cubicBezTo>
                <a:cubicBezTo>
                  <a:pt x="14482" y="10800"/>
                  <a:pt x="14482" y="10800"/>
                  <a:pt x="14482" y="10800"/>
                </a:cubicBezTo>
                <a:cubicBezTo>
                  <a:pt x="20618" y="2531"/>
                  <a:pt x="20618" y="2531"/>
                  <a:pt x="20618" y="2531"/>
                </a:cubicBezTo>
                <a:cubicBezTo>
                  <a:pt x="20618" y="2531"/>
                  <a:pt x="20618" y="2700"/>
                  <a:pt x="20618" y="2700"/>
                </a:cubicBezTo>
                <a:lnTo>
                  <a:pt x="20618" y="18900"/>
                </a:lnTo>
                <a:close/>
              </a:path>
            </a:pathLst>
          </a:custGeom>
          <a:solidFill>
            <a:srgbClr val="CD172D"/>
          </a:solidFill>
          <a:ln w="12700">
            <a:noFill/>
            <a:miter lim="400000"/>
          </a:ln>
        </p:spPr>
        <p:txBody>
          <a:bodyPr lIns="45719" rIns="45719"/>
          <a:lstStyle/>
          <a:p>
            <a:endParaRPr dirty="0">
              <a:latin typeface="+mj-lt"/>
            </a:endParaRPr>
          </a:p>
        </p:txBody>
      </p:sp>
      <p:sp>
        <p:nvSpPr>
          <p:cNvPr id="50" name="Shape">
            <a:extLst>
              <a:ext uri="{FF2B5EF4-FFF2-40B4-BE49-F238E27FC236}">
                <a16:creationId xmlns:a16="http://schemas.microsoft.com/office/drawing/2014/main" id="{C3F02CD4-7EA0-3666-41C6-D476A33143D0}"/>
              </a:ext>
            </a:extLst>
          </p:cNvPr>
          <p:cNvSpPr/>
          <p:nvPr userDrawn="1"/>
        </p:nvSpPr>
        <p:spPr>
          <a:xfrm>
            <a:off x="5196963" y="4512598"/>
            <a:ext cx="257999" cy="2567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82" y="982"/>
                </a:moveTo>
                <a:cubicBezTo>
                  <a:pt x="16691" y="982"/>
                  <a:pt x="20618" y="4909"/>
                  <a:pt x="20618" y="9818"/>
                </a:cubicBezTo>
                <a:cubicBezTo>
                  <a:pt x="20618" y="10064"/>
                  <a:pt x="20864" y="10309"/>
                  <a:pt x="21109" y="10309"/>
                </a:cubicBezTo>
                <a:cubicBezTo>
                  <a:pt x="21355" y="10309"/>
                  <a:pt x="21600" y="10064"/>
                  <a:pt x="21600" y="9818"/>
                </a:cubicBezTo>
                <a:cubicBezTo>
                  <a:pt x="21600" y="4418"/>
                  <a:pt x="17182" y="0"/>
                  <a:pt x="11782" y="0"/>
                </a:cubicBezTo>
                <a:cubicBezTo>
                  <a:pt x="11536" y="0"/>
                  <a:pt x="11291" y="245"/>
                  <a:pt x="11291" y="491"/>
                </a:cubicBezTo>
                <a:cubicBezTo>
                  <a:pt x="11291" y="736"/>
                  <a:pt x="11536" y="982"/>
                  <a:pt x="11782" y="982"/>
                </a:cubicBezTo>
                <a:moveTo>
                  <a:pt x="11782" y="5891"/>
                </a:moveTo>
                <a:cubicBezTo>
                  <a:pt x="13991" y="5891"/>
                  <a:pt x="15709" y="7609"/>
                  <a:pt x="15709" y="9818"/>
                </a:cubicBezTo>
                <a:cubicBezTo>
                  <a:pt x="15709" y="10064"/>
                  <a:pt x="15955" y="10309"/>
                  <a:pt x="16200" y="10309"/>
                </a:cubicBezTo>
                <a:cubicBezTo>
                  <a:pt x="16445" y="10309"/>
                  <a:pt x="16691" y="10064"/>
                  <a:pt x="16691" y="9818"/>
                </a:cubicBezTo>
                <a:cubicBezTo>
                  <a:pt x="16691" y="7118"/>
                  <a:pt x="14482" y="4909"/>
                  <a:pt x="11782" y="4909"/>
                </a:cubicBezTo>
                <a:cubicBezTo>
                  <a:pt x="11536" y="4909"/>
                  <a:pt x="11291" y="5155"/>
                  <a:pt x="11291" y="5400"/>
                </a:cubicBezTo>
                <a:cubicBezTo>
                  <a:pt x="11291" y="5645"/>
                  <a:pt x="11536" y="5891"/>
                  <a:pt x="11782" y="5891"/>
                </a:cubicBezTo>
                <a:moveTo>
                  <a:pt x="11782" y="10800"/>
                </a:moveTo>
                <a:cubicBezTo>
                  <a:pt x="12273" y="10800"/>
                  <a:pt x="12764" y="10309"/>
                  <a:pt x="12764" y="9818"/>
                </a:cubicBezTo>
                <a:cubicBezTo>
                  <a:pt x="12764" y="9327"/>
                  <a:pt x="12273" y="8836"/>
                  <a:pt x="11782" y="8836"/>
                </a:cubicBezTo>
                <a:cubicBezTo>
                  <a:pt x="11291" y="8836"/>
                  <a:pt x="10800" y="9327"/>
                  <a:pt x="10800" y="9818"/>
                </a:cubicBezTo>
                <a:cubicBezTo>
                  <a:pt x="10800" y="10309"/>
                  <a:pt x="11291" y="10800"/>
                  <a:pt x="11782" y="10800"/>
                </a:cubicBezTo>
                <a:moveTo>
                  <a:pt x="21600" y="17182"/>
                </a:moveTo>
                <a:cubicBezTo>
                  <a:pt x="21600" y="16814"/>
                  <a:pt x="21477" y="16445"/>
                  <a:pt x="21109" y="16077"/>
                </a:cubicBezTo>
                <a:cubicBezTo>
                  <a:pt x="21109" y="16077"/>
                  <a:pt x="20986" y="15955"/>
                  <a:pt x="20864" y="15955"/>
                </a:cubicBezTo>
                <a:cubicBezTo>
                  <a:pt x="16691" y="12641"/>
                  <a:pt x="16691" y="12641"/>
                  <a:pt x="16691" y="12641"/>
                </a:cubicBezTo>
                <a:cubicBezTo>
                  <a:pt x="16445" y="12395"/>
                  <a:pt x="16077" y="12273"/>
                  <a:pt x="15709" y="12273"/>
                </a:cubicBezTo>
                <a:cubicBezTo>
                  <a:pt x="15341" y="12273"/>
                  <a:pt x="15095" y="12395"/>
                  <a:pt x="14850" y="12518"/>
                </a:cubicBezTo>
                <a:cubicBezTo>
                  <a:pt x="13623" y="13745"/>
                  <a:pt x="13623" y="13745"/>
                  <a:pt x="13623" y="13745"/>
                </a:cubicBezTo>
                <a:cubicBezTo>
                  <a:pt x="13623" y="13745"/>
                  <a:pt x="13623" y="13745"/>
                  <a:pt x="13623" y="13745"/>
                </a:cubicBezTo>
                <a:cubicBezTo>
                  <a:pt x="13500" y="13991"/>
                  <a:pt x="13255" y="14114"/>
                  <a:pt x="12886" y="14114"/>
                </a:cubicBezTo>
                <a:cubicBezTo>
                  <a:pt x="12641" y="14114"/>
                  <a:pt x="12273" y="13868"/>
                  <a:pt x="12150" y="13623"/>
                </a:cubicBezTo>
                <a:cubicBezTo>
                  <a:pt x="12150" y="13623"/>
                  <a:pt x="12150" y="13623"/>
                  <a:pt x="12150" y="13623"/>
                </a:cubicBezTo>
                <a:cubicBezTo>
                  <a:pt x="10555" y="12518"/>
                  <a:pt x="9082" y="11168"/>
                  <a:pt x="7855" y="9450"/>
                </a:cubicBezTo>
                <a:cubicBezTo>
                  <a:pt x="7977" y="9450"/>
                  <a:pt x="7977" y="9450"/>
                  <a:pt x="7977" y="9450"/>
                </a:cubicBezTo>
                <a:cubicBezTo>
                  <a:pt x="7732" y="9327"/>
                  <a:pt x="7486" y="8959"/>
                  <a:pt x="7486" y="8714"/>
                </a:cubicBezTo>
                <a:cubicBezTo>
                  <a:pt x="7486" y="8345"/>
                  <a:pt x="7609" y="8100"/>
                  <a:pt x="7855" y="7977"/>
                </a:cubicBezTo>
                <a:cubicBezTo>
                  <a:pt x="7855" y="7977"/>
                  <a:pt x="7855" y="7977"/>
                  <a:pt x="7855" y="7977"/>
                </a:cubicBezTo>
                <a:cubicBezTo>
                  <a:pt x="8959" y="6750"/>
                  <a:pt x="8959" y="6750"/>
                  <a:pt x="8959" y="6750"/>
                </a:cubicBezTo>
                <a:cubicBezTo>
                  <a:pt x="9205" y="6505"/>
                  <a:pt x="9327" y="6259"/>
                  <a:pt x="9327" y="5891"/>
                </a:cubicBezTo>
                <a:cubicBezTo>
                  <a:pt x="9327" y="5523"/>
                  <a:pt x="9205" y="5155"/>
                  <a:pt x="8836" y="4909"/>
                </a:cubicBezTo>
                <a:cubicBezTo>
                  <a:pt x="5645" y="736"/>
                  <a:pt x="5645" y="736"/>
                  <a:pt x="5645" y="736"/>
                </a:cubicBezTo>
                <a:cubicBezTo>
                  <a:pt x="5645" y="614"/>
                  <a:pt x="5523" y="491"/>
                  <a:pt x="5400" y="491"/>
                </a:cubicBezTo>
                <a:cubicBezTo>
                  <a:pt x="5155" y="123"/>
                  <a:pt x="4786" y="0"/>
                  <a:pt x="4418" y="0"/>
                </a:cubicBezTo>
                <a:cubicBezTo>
                  <a:pt x="2455" y="0"/>
                  <a:pt x="0" y="2332"/>
                  <a:pt x="0" y="5155"/>
                </a:cubicBezTo>
                <a:cubicBezTo>
                  <a:pt x="0" y="5891"/>
                  <a:pt x="123" y="6627"/>
                  <a:pt x="491" y="7364"/>
                </a:cubicBezTo>
                <a:cubicBezTo>
                  <a:pt x="491" y="7364"/>
                  <a:pt x="491" y="7364"/>
                  <a:pt x="491" y="7364"/>
                </a:cubicBezTo>
                <a:cubicBezTo>
                  <a:pt x="3436" y="13255"/>
                  <a:pt x="8345" y="18164"/>
                  <a:pt x="14236" y="21109"/>
                </a:cubicBezTo>
                <a:cubicBezTo>
                  <a:pt x="14236" y="21109"/>
                  <a:pt x="14236" y="21109"/>
                  <a:pt x="14236" y="21109"/>
                </a:cubicBezTo>
                <a:cubicBezTo>
                  <a:pt x="14850" y="21477"/>
                  <a:pt x="15709" y="21600"/>
                  <a:pt x="16445" y="21600"/>
                </a:cubicBezTo>
                <a:cubicBezTo>
                  <a:pt x="19268" y="21600"/>
                  <a:pt x="21600" y="19145"/>
                  <a:pt x="21600" y="17182"/>
                </a:cubicBezTo>
                <a:cubicBezTo>
                  <a:pt x="21600" y="17182"/>
                  <a:pt x="21600" y="17182"/>
                  <a:pt x="21600" y="17182"/>
                </a:cubicBezTo>
                <a:close/>
                <a:moveTo>
                  <a:pt x="16445" y="20618"/>
                </a:moveTo>
                <a:cubicBezTo>
                  <a:pt x="15832" y="20618"/>
                  <a:pt x="15218" y="20495"/>
                  <a:pt x="14605" y="20250"/>
                </a:cubicBezTo>
                <a:cubicBezTo>
                  <a:pt x="14605" y="20250"/>
                  <a:pt x="14605" y="20127"/>
                  <a:pt x="14482" y="20127"/>
                </a:cubicBezTo>
                <a:cubicBezTo>
                  <a:pt x="8959" y="17305"/>
                  <a:pt x="4295" y="12641"/>
                  <a:pt x="1473" y="7118"/>
                </a:cubicBezTo>
                <a:cubicBezTo>
                  <a:pt x="1473" y="6995"/>
                  <a:pt x="1350" y="6995"/>
                  <a:pt x="1350" y="6995"/>
                </a:cubicBezTo>
                <a:cubicBezTo>
                  <a:pt x="1105" y="6382"/>
                  <a:pt x="982" y="5768"/>
                  <a:pt x="982" y="5155"/>
                </a:cubicBezTo>
                <a:cubicBezTo>
                  <a:pt x="982" y="2823"/>
                  <a:pt x="3068" y="982"/>
                  <a:pt x="4418" y="982"/>
                </a:cubicBezTo>
                <a:cubicBezTo>
                  <a:pt x="4541" y="982"/>
                  <a:pt x="4664" y="1105"/>
                  <a:pt x="4786" y="1105"/>
                </a:cubicBezTo>
                <a:cubicBezTo>
                  <a:pt x="4786" y="1105"/>
                  <a:pt x="4786" y="1105"/>
                  <a:pt x="4786" y="1227"/>
                </a:cubicBezTo>
                <a:cubicBezTo>
                  <a:pt x="4786" y="1227"/>
                  <a:pt x="4909" y="1227"/>
                  <a:pt x="4909" y="1350"/>
                </a:cubicBezTo>
                <a:cubicBezTo>
                  <a:pt x="8100" y="5400"/>
                  <a:pt x="8100" y="5400"/>
                  <a:pt x="8100" y="5400"/>
                </a:cubicBezTo>
                <a:cubicBezTo>
                  <a:pt x="8100" y="5523"/>
                  <a:pt x="8223" y="5523"/>
                  <a:pt x="8223" y="5523"/>
                </a:cubicBezTo>
                <a:cubicBezTo>
                  <a:pt x="8223" y="5645"/>
                  <a:pt x="8345" y="5768"/>
                  <a:pt x="8345" y="5891"/>
                </a:cubicBezTo>
                <a:cubicBezTo>
                  <a:pt x="8345" y="6014"/>
                  <a:pt x="8345" y="6014"/>
                  <a:pt x="8223" y="6136"/>
                </a:cubicBezTo>
                <a:cubicBezTo>
                  <a:pt x="7118" y="7241"/>
                  <a:pt x="7118" y="7241"/>
                  <a:pt x="7118" y="7241"/>
                </a:cubicBezTo>
                <a:cubicBezTo>
                  <a:pt x="7118" y="7241"/>
                  <a:pt x="7118" y="7241"/>
                  <a:pt x="7118" y="7241"/>
                </a:cubicBezTo>
                <a:cubicBezTo>
                  <a:pt x="6750" y="7609"/>
                  <a:pt x="6505" y="8100"/>
                  <a:pt x="6505" y="8714"/>
                </a:cubicBezTo>
                <a:cubicBezTo>
                  <a:pt x="6505" y="9205"/>
                  <a:pt x="6750" y="9695"/>
                  <a:pt x="7118" y="10064"/>
                </a:cubicBezTo>
                <a:cubicBezTo>
                  <a:pt x="7118" y="10064"/>
                  <a:pt x="7118" y="10064"/>
                  <a:pt x="7118" y="10064"/>
                </a:cubicBezTo>
                <a:cubicBezTo>
                  <a:pt x="8345" y="11782"/>
                  <a:pt x="9818" y="13255"/>
                  <a:pt x="11536" y="14482"/>
                </a:cubicBezTo>
                <a:cubicBezTo>
                  <a:pt x="11536" y="14482"/>
                  <a:pt x="11536" y="14482"/>
                  <a:pt x="11536" y="14482"/>
                </a:cubicBezTo>
                <a:cubicBezTo>
                  <a:pt x="11905" y="14850"/>
                  <a:pt x="12395" y="15095"/>
                  <a:pt x="12886" y="15095"/>
                </a:cubicBezTo>
                <a:cubicBezTo>
                  <a:pt x="13377" y="15095"/>
                  <a:pt x="13868" y="14850"/>
                  <a:pt x="14236" y="14482"/>
                </a:cubicBezTo>
                <a:cubicBezTo>
                  <a:pt x="14359" y="14482"/>
                  <a:pt x="14359" y="14482"/>
                  <a:pt x="14359" y="14482"/>
                </a:cubicBezTo>
                <a:cubicBezTo>
                  <a:pt x="15464" y="13377"/>
                  <a:pt x="15464" y="13377"/>
                  <a:pt x="15464" y="13377"/>
                </a:cubicBezTo>
                <a:cubicBezTo>
                  <a:pt x="15586" y="13255"/>
                  <a:pt x="15586" y="13255"/>
                  <a:pt x="15709" y="13255"/>
                </a:cubicBezTo>
                <a:cubicBezTo>
                  <a:pt x="15832" y="13255"/>
                  <a:pt x="15955" y="13377"/>
                  <a:pt x="16077" y="13377"/>
                </a:cubicBezTo>
                <a:cubicBezTo>
                  <a:pt x="16077" y="13377"/>
                  <a:pt x="16077" y="13500"/>
                  <a:pt x="16077" y="13500"/>
                </a:cubicBezTo>
                <a:cubicBezTo>
                  <a:pt x="20250" y="16691"/>
                  <a:pt x="20250" y="16691"/>
                  <a:pt x="20250" y="16691"/>
                </a:cubicBezTo>
                <a:cubicBezTo>
                  <a:pt x="20373" y="16691"/>
                  <a:pt x="20373" y="16691"/>
                  <a:pt x="20373" y="16814"/>
                </a:cubicBezTo>
                <a:cubicBezTo>
                  <a:pt x="20373" y="16814"/>
                  <a:pt x="20495" y="16814"/>
                  <a:pt x="20495" y="16814"/>
                </a:cubicBezTo>
                <a:cubicBezTo>
                  <a:pt x="20495" y="16936"/>
                  <a:pt x="20618" y="16936"/>
                  <a:pt x="20618" y="17182"/>
                </a:cubicBezTo>
                <a:cubicBezTo>
                  <a:pt x="20618" y="17182"/>
                  <a:pt x="20618" y="17182"/>
                  <a:pt x="20618" y="17305"/>
                </a:cubicBezTo>
                <a:cubicBezTo>
                  <a:pt x="20495" y="18655"/>
                  <a:pt x="18777" y="20618"/>
                  <a:pt x="16445" y="20618"/>
                </a:cubicBezTo>
              </a:path>
            </a:pathLst>
          </a:custGeom>
          <a:solidFill>
            <a:srgbClr val="CD172D"/>
          </a:solidFill>
          <a:ln w="12700">
            <a:noFill/>
            <a:miter lim="400000"/>
          </a:ln>
        </p:spPr>
        <p:txBody>
          <a:bodyPr lIns="45719" rIns="45719"/>
          <a:lstStyle/>
          <a:p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51" name="Shape">
            <a:extLst>
              <a:ext uri="{FF2B5EF4-FFF2-40B4-BE49-F238E27FC236}">
                <a16:creationId xmlns:a16="http://schemas.microsoft.com/office/drawing/2014/main" id="{CD9C7A22-43B9-BD86-E57C-8FB879BB406E}"/>
              </a:ext>
            </a:extLst>
          </p:cNvPr>
          <p:cNvSpPr/>
          <p:nvPr userDrawn="1"/>
        </p:nvSpPr>
        <p:spPr>
          <a:xfrm>
            <a:off x="5196963" y="3702717"/>
            <a:ext cx="239914" cy="3309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4894" y="0"/>
                  <a:pt x="0" y="3559"/>
                  <a:pt x="0" y="7855"/>
                </a:cubicBezTo>
                <a:cubicBezTo>
                  <a:pt x="0" y="14236"/>
                  <a:pt x="10800" y="21600"/>
                  <a:pt x="10800" y="21600"/>
                </a:cubicBezTo>
                <a:cubicBezTo>
                  <a:pt x="10800" y="21600"/>
                  <a:pt x="21600" y="14236"/>
                  <a:pt x="21600" y="7855"/>
                </a:cubicBezTo>
                <a:cubicBezTo>
                  <a:pt x="21600" y="3559"/>
                  <a:pt x="16706" y="0"/>
                  <a:pt x="10800" y="0"/>
                </a:cubicBezTo>
                <a:moveTo>
                  <a:pt x="10800" y="20127"/>
                </a:moveTo>
                <a:cubicBezTo>
                  <a:pt x="10800" y="20127"/>
                  <a:pt x="1350" y="13745"/>
                  <a:pt x="1350" y="7855"/>
                </a:cubicBezTo>
                <a:cubicBezTo>
                  <a:pt x="1350" y="4050"/>
                  <a:pt x="5569" y="982"/>
                  <a:pt x="10800" y="982"/>
                </a:cubicBezTo>
                <a:cubicBezTo>
                  <a:pt x="16031" y="982"/>
                  <a:pt x="20250" y="4050"/>
                  <a:pt x="20250" y="7855"/>
                </a:cubicBezTo>
                <a:cubicBezTo>
                  <a:pt x="20250" y="13745"/>
                  <a:pt x="10800" y="20127"/>
                  <a:pt x="10800" y="20127"/>
                </a:cubicBezTo>
                <a:moveTo>
                  <a:pt x="10800" y="3927"/>
                </a:moveTo>
                <a:cubicBezTo>
                  <a:pt x="7762" y="3927"/>
                  <a:pt x="5400" y="5645"/>
                  <a:pt x="5400" y="7855"/>
                </a:cubicBezTo>
                <a:cubicBezTo>
                  <a:pt x="5400" y="10064"/>
                  <a:pt x="7762" y="11782"/>
                  <a:pt x="10800" y="11782"/>
                </a:cubicBezTo>
                <a:cubicBezTo>
                  <a:pt x="13837" y="11782"/>
                  <a:pt x="16200" y="10064"/>
                  <a:pt x="16200" y="7855"/>
                </a:cubicBezTo>
                <a:cubicBezTo>
                  <a:pt x="16200" y="5645"/>
                  <a:pt x="13837" y="3927"/>
                  <a:pt x="10800" y="3927"/>
                </a:cubicBezTo>
                <a:moveTo>
                  <a:pt x="10800" y="10800"/>
                </a:moveTo>
                <a:cubicBezTo>
                  <a:pt x="8606" y="10800"/>
                  <a:pt x="6750" y="9450"/>
                  <a:pt x="6750" y="7855"/>
                </a:cubicBezTo>
                <a:cubicBezTo>
                  <a:pt x="6750" y="6259"/>
                  <a:pt x="8606" y="4909"/>
                  <a:pt x="10800" y="4909"/>
                </a:cubicBezTo>
                <a:cubicBezTo>
                  <a:pt x="12994" y="4909"/>
                  <a:pt x="14850" y="6259"/>
                  <a:pt x="14850" y="7855"/>
                </a:cubicBezTo>
                <a:cubicBezTo>
                  <a:pt x="14850" y="9450"/>
                  <a:pt x="12994" y="10800"/>
                  <a:pt x="10800" y="10800"/>
                </a:cubicBezTo>
              </a:path>
            </a:pathLst>
          </a:custGeom>
          <a:solidFill>
            <a:srgbClr val="CD172D"/>
          </a:solidFill>
          <a:ln w="12700">
            <a:noFill/>
            <a:miter lim="400000"/>
          </a:ln>
        </p:spPr>
        <p:txBody>
          <a:bodyPr lIns="45719" rIns="45719"/>
          <a:lstStyle/>
          <a:p>
            <a:endParaRPr dirty="0">
              <a:latin typeface="+mj-lt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1EBDAAD-E34F-BCE5-F183-405F3668FCA5}"/>
              </a:ext>
            </a:extLst>
          </p:cNvPr>
          <p:cNvSpPr txBox="1"/>
          <p:nvPr userDrawn="1"/>
        </p:nvSpPr>
        <p:spPr>
          <a:xfrm>
            <a:off x="9006554" y="3531132"/>
            <a:ext cx="1655351" cy="343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rPr>
              <a:t>www.openit.com</a:t>
            </a:r>
          </a:p>
        </p:txBody>
      </p:sp>
      <p:sp>
        <p:nvSpPr>
          <p:cNvPr id="53" name="Shape">
            <a:extLst>
              <a:ext uri="{FF2B5EF4-FFF2-40B4-BE49-F238E27FC236}">
                <a16:creationId xmlns:a16="http://schemas.microsoft.com/office/drawing/2014/main" id="{5AD4E0F7-0FCB-3AB0-4FE3-9FCF8B4AF827}"/>
              </a:ext>
            </a:extLst>
          </p:cNvPr>
          <p:cNvSpPr/>
          <p:nvPr userDrawn="1"/>
        </p:nvSpPr>
        <p:spPr>
          <a:xfrm>
            <a:off x="8624311" y="3613779"/>
            <a:ext cx="255059" cy="2557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4786" y="0"/>
                  <a:pt x="0" y="4786"/>
                  <a:pt x="0" y="10800"/>
                </a:cubicBezTo>
                <a:cubicBezTo>
                  <a:pt x="0" y="16814"/>
                  <a:pt x="4786" y="21600"/>
                  <a:pt x="10800" y="21600"/>
                </a:cubicBezTo>
                <a:cubicBezTo>
                  <a:pt x="16814" y="21600"/>
                  <a:pt x="21600" y="16814"/>
                  <a:pt x="21600" y="10800"/>
                </a:cubicBezTo>
                <a:cubicBezTo>
                  <a:pt x="21600" y="4786"/>
                  <a:pt x="16814" y="0"/>
                  <a:pt x="10800" y="0"/>
                </a:cubicBezTo>
                <a:moveTo>
                  <a:pt x="7855" y="1473"/>
                </a:moveTo>
                <a:cubicBezTo>
                  <a:pt x="7732" y="1595"/>
                  <a:pt x="7486" y="1841"/>
                  <a:pt x="7241" y="2209"/>
                </a:cubicBezTo>
                <a:cubicBezTo>
                  <a:pt x="7241" y="2209"/>
                  <a:pt x="7241" y="2209"/>
                  <a:pt x="7241" y="2209"/>
                </a:cubicBezTo>
                <a:cubicBezTo>
                  <a:pt x="6873" y="2823"/>
                  <a:pt x="6505" y="3436"/>
                  <a:pt x="6136" y="4173"/>
                </a:cubicBezTo>
                <a:cubicBezTo>
                  <a:pt x="6136" y="4173"/>
                  <a:pt x="6136" y="4173"/>
                  <a:pt x="6136" y="4173"/>
                </a:cubicBezTo>
                <a:cubicBezTo>
                  <a:pt x="6136" y="4295"/>
                  <a:pt x="6136" y="4295"/>
                  <a:pt x="6136" y="4418"/>
                </a:cubicBezTo>
                <a:cubicBezTo>
                  <a:pt x="5523" y="4050"/>
                  <a:pt x="4909" y="3682"/>
                  <a:pt x="4418" y="3314"/>
                </a:cubicBezTo>
                <a:cubicBezTo>
                  <a:pt x="5400" y="2455"/>
                  <a:pt x="6627" y="1841"/>
                  <a:pt x="7855" y="1473"/>
                </a:cubicBezTo>
                <a:moveTo>
                  <a:pt x="3805" y="3927"/>
                </a:moveTo>
                <a:cubicBezTo>
                  <a:pt x="4295" y="4418"/>
                  <a:pt x="5032" y="4909"/>
                  <a:pt x="5768" y="5277"/>
                </a:cubicBezTo>
                <a:cubicBezTo>
                  <a:pt x="5768" y="5277"/>
                  <a:pt x="5768" y="5400"/>
                  <a:pt x="5645" y="5400"/>
                </a:cubicBezTo>
                <a:cubicBezTo>
                  <a:pt x="5523" y="6136"/>
                  <a:pt x="5277" y="6995"/>
                  <a:pt x="5155" y="7732"/>
                </a:cubicBezTo>
                <a:cubicBezTo>
                  <a:pt x="5155" y="7855"/>
                  <a:pt x="5155" y="7977"/>
                  <a:pt x="5155" y="8100"/>
                </a:cubicBezTo>
                <a:cubicBezTo>
                  <a:pt x="5032" y="8468"/>
                  <a:pt x="5032" y="8714"/>
                  <a:pt x="5032" y="9082"/>
                </a:cubicBezTo>
                <a:cubicBezTo>
                  <a:pt x="5032" y="9205"/>
                  <a:pt x="4909" y="9327"/>
                  <a:pt x="4909" y="9450"/>
                </a:cubicBezTo>
                <a:cubicBezTo>
                  <a:pt x="4909" y="9695"/>
                  <a:pt x="4909" y="10064"/>
                  <a:pt x="4909" y="10309"/>
                </a:cubicBezTo>
                <a:cubicBezTo>
                  <a:pt x="982" y="10309"/>
                  <a:pt x="982" y="10309"/>
                  <a:pt x="982" y="10309"/>
                </a:cubicBezTo>
                <a:cubicBezTo>
                  <a:pt x="1105" y="7855"/>
                  <a:pt x="2209" y="5645"/>
                  <a:pt x="3805" y="3927"/>
                </a:cubicBezTo>
                <a:moveTo>
                  <a:pt x="982" y="11291"/>
                </a:moveTo>
                <a:cubicBezTo>
                  <a:pt x="4909" y="11291"/>
                  <a:pt x="4909" y="11291"/>
                  <a:pt x="4909" y="11291"/>
                </a:cubicBezTo>
                <a:cubicBezTo>
                  <a:pt x="4909" y="11536"/>
                  <a:pt x="4909" y="11905"/>
                  <a:pt x="4909" y="12150"/>
                </a:cubicBezTo>
                <a:cubicBezTo>
                  <a:pt x="4909" y="12273"/>
                  <a:pt x="5032" y="12395"/>
                  <a:pt x="5032" y="12518"/>
                </a:cubicBezTo>
                <a:cubicBezTo>
                  <a:pt x="5032" y="12886"/>
                  <a:pt x="5032" y="13132"/>
                  <a:pt x="5155" y="13500"/>
                </a:cubicBezTo>
                <a:cubicBezTo>
                  <a:pt x="5155" y="13623"/>
                  <a:pt x="5155" y="13745"/>
                  <a:pt x="5155" y="13868"/>
                </a:cubicBezTo>
                <a:cubicBezTo>
                  <a:pt x="5277" y="14605"/>
                  <a:pt x="5523" y="15464"/>
                  <a:pt x="5645" y="16200"/>
                </a:cubicBezTo>
                <a:cubicBezTo>
                  <a:pt x="5768" y="16200"/>
                  <a:pt x="5768" y="16323"/>
                  <a:pt x="5768" y="16323"/>
                </a:cubicBezTo>
                <a:cubicBezTo>
                  <a:pt x="5032" y="16691"/>
                  <a:pt x="4295" y="17182"/>
                  <a:pt x="3805" y="17673"/>
                </a:cubicBezTo>
                <a:cubicBezTo>
                  <a:pt x="2209" y="15955"/>
                  <a:pt x="1105" y="13745"/>
                  <a:pt x="982" y="11291"/>
                </a:cubicBezTo>
                <a:moveTo>
                  <a:pt x="4418" y="18286"/>
                </a:moveTo>
                <a:cubicBezTo>
                  <a:pt x="4909" y="17918"/>
                  <a:pt x="5523" y="17550"/>
                  <a:pt x="6136" y="17182"/>
                </a:cubicBezTo>
                <a:cubicBezTo>
                  <a:pt x="6136" y="17305"/>
                  <a:pt x="6136" y="17305"/>
                  <a:pt x="6136" y="17427"/>
                </a:cubicBezTo>
                <a:cubicBezTo>
                  <a:pt x="6136" y="17427"/>
                  <a:pt x="6136" y="17427"/>
                  <a:pt x="6136" y="17427"/>
                </a:cubicBezTo>
                <a:cubicBezTo>
                  <a:pt x="6505" y="18164"/>
                  <a:pt x="6873" y="18777"/>
                  <a:pt x="7241" y="19391"/>
                </a:cubicBezTo>
                <a:cubicBezTo>
                  <a:pt x="7241" y="19391"/>
                  <a:pt x="7241" y="19391"/>
                  <a:pt x="7241" y="19391"/>
                </a:cubicBezTo>
                <a:cubicBezTo>
                  <a:pt x="7486" y="19759"/>
                  <a:pt x="7732" y="20005"/>
                  <a:pt x="7855" y="20127"/>
                </a:cubicBezTo>
                <a:cubicBezTo>
                  <a:pt x="6627" y="19759"/>
                  <a:pt x="5400" y="19145"/>
                  <a:pt x="4418" y="18286"/>
                </a:cubicBezTo>
                <a:moveTo>
                  <a:pt x="10309" y="20618"/>
                </a:moveTo>
                <a:cubicBezTo>
                  <a:pt x="8959" y="20250"/>
                  <a:pt x="7732" y="18900"/>
                  <a:pt x="6995" y="16814"/>
                </a:cubicBezTo>
                <a:cubicBezTo>
                  <a:pt x="7977" y="16445"/>
                  <a:pt x="9082" y="16323"/>
                  <a:pt x="10309" y="16200"/>
                </a:cubicBezTo>
                <a:lnTo>
                  <a:pt x="10309" y="20618"/>
                </a:lnTo>
                <a:close/>
                <a:moveTo>
                  <a:pt x="10309" y="15218"/>
                </a:moveTo>
                <a:cubicBezTo>
                  <a:pt x="8959" y="15341"/>
                  <a:pt x="7732" y="15586"/>
                  <a:pt x="6627" y="15955"/>
                </a:cubicBezTo>
                <a:cubicBezTo>
                  <a:pt x="6259" y="14605"/>
                  <a:pt x="5891" y="13009"/>
                  <a:pt x="5891" y="11291"/>
                </a:cubicBezTo>
                <a:cubicBezTo>
                  <a:pt x="10309" y="11291"/>
                  <a:pt x="10309" y="11291"/>
                  <a:pt x="10309" y="11291"/>
                </a:cubicBezTo>
                <a:lnTo>
                  <a:pt x="10309" y="15218"/>
                </a:lnTo>
                <a:close/>
                <a:moveTo>
                  <a:pt x="10309" y="10309"/>
                </a:moveTo>
                <a:cubicBezTo>
                  <a:pt x="5891" y="10309"/>
                  <a:pt x="5891" y="10309"/>
                  <a:pt x="5891" y="10309"/>
                </a:cubicBezTo>
                <a:cubicBezTo>
                  <a:pt x="5891" y="8591"/>
                  <a:pt x="6259" y="6995"/>
                  <a:pt x="6627" y="5645"/>
                </a:cubicBezTo>
                <a:cubicBezTo>
                  <a:pt x="7732" y="6014"/>
                  <a:pt x="8959" y="6259"/>
                  <a:pt x="10309" y="6382"/>
                </a:cubicBezTo>
                <a:lnTo>
                  <a:pt x="10309" y="10309"/>
                </a:lnTo>
                <a:close/>
                <a:moveTo>
                  <a:pt x="10309" y="5400"/>
                </a:moveTo>
                <a:cubicBezTo>
                  <a:pt x="9082" y="5277"/>
                  <a:pt x="7977" y="5155"/>
                  <a:pt x="6995" y="4786"/>
                </a:cubicBezTo>
                <a:cubicBezTo>
                  <a:pt x="7732" y="2700"/>
                  <a:pt x="8959" y="1350"/>
                  <a:pt x="10309" y="982"/>
                </a:cubicBezTo>
                <a:lnTo>
                  <a:pt x="10309" y="5400"/>
                </a:lnTo>
                <a:close/>
                <a:moveTo>
                  <a:pt x="20618" y="10309"/>
                </a:moveTo>
                <a:cubicBezTo>
                  <a:pt x="16691" y="10309"/>
                  <a:pt x="16691" y="10309"/>
                  <a:pt x="16691" y="10309"/>
                </a:cubicBezTo>
                <a:cubicBezTo>
                  <a:pt x="16691" y="10064"/>
                  <a:pt x="16691" y="9695"/>
                  <a:pt x="16691" y="9450"/>
                </a:cubicBezTo>
                <a:cubicBezTo>
                  <a:pt x="16691" y="9327"/>
                  <a:pt x="16568" y="9205"/>
                  <a:pt x="16568" y="9082"/>
                </a:cubicBezTo>
                <a:cubicBezTo>
                  <a:pt x="16568" y="8714"/>
                  <a:pt x="16568" y="8468"/>
                  <a:pt x="16445" y="8100"/>
                </a:cubicBezTo>
                <a:cubicBezTo>
                  <a:pt x="16445" y="7977"/>
                  <a:pt x="16445" y="7855"/>
                  <a:pt x="16445" y="7732"/>
                </a:cubicBezTo>
                <a:cubicBezTo>
                  <a:pt x="16323" y="6995"/>
                  <a:pt x="16077" y="6136"/>
                  <a:pt x="15955" y="5400"/>
                </a:cubicBezTo>
                <a:cubicBezTo>
                  <a:pt x="15832" y="5400"/>
                  <a:pt x="15832" y="5277"/>
                  <a:pt x="15832" y="5277"/>
                </a:cubicBezTo>
                <a:cubicBezTo>
                  <a:pt x="16568" y="4909"/>
                  <a:pt x="17305" y="4418"/>
                  <a:pt x="17795" y="3927"/>
                </a:cubicBezTo>
                <a:cubicBezTo>
                  <a:pt x="19391" y="5645"/>
                  <a:pt x="20495" y="7855"/>
                  <a:pt x="20618" y="10309"/>
                </a:cubicBezTo>
                <a:moveTo>
                  <a:pt x="17182" y="3314"/>
                </a:moveTo>
                <a:cubicBezTo>
                  <a:pt x="16691" y="3682"/>
                  <a:pt x="16077" y="4050"/>
                  <a:pt x="15464" y="4418"/>
                </a:cubicBezTo>
                <a:cubicBezTo>
                  <a:pt x="15464" y="4295"/>
                  <a:pt x="15464" y="4295"/>
                  <a:pt x="15464" y="4173"/>
                </a:cubicBezTo>
                <a:cubicBezTo>
                  <a:pt x="15464" y="4173"/>
                  <a:pt x="15464" y="4173"/>
                  <a:pt x="15464" y="4173"/>
                </a:cubicBezTo>
                <a:cubicBezTo>
                  <a:pt x="15095" y="3436"/>
                  <a:pt x="14727" y="2823"/>
                  <a:pt x="14359" y="2209"/>
                </a:cubicBezTo>
                <a:cubicBezTo>
                  <a:pt x="14359" y="2209"/>
                  <a:pt x="14359" y="2209"/>
                  <a:pt x="14359" y="2209"/>
                </a:cubicBezTo>
                <a:cubicBezTo>
                  <a:pt x="14114" y="1841"/>
                  <a:pt x="13868" y="1595"/>
                  <a:pt x="13745" y="1473"/>
                </a:cubicBezTo>
                <a:cubicBezTo>
                  <a:pt x="14973" y="1841"/>
                  <a:pt x="16200" y="2455"/>
                  <a:pt x="17182" y="3314"/>
                </a:cubicBezTo>
                <a:moveTo>
                  <a:pt x="11291" y="982"/>
                </a:moveTo>
                <a:cubicBezTo>
                  <a:pt x="12641" y="1350"/>
                  <a:pt x="13868" y="2700"/>
                  <a:pt x="14605" y="4786"/>
                </a:cubicBezTo>
                <a:cubicBezTo>
                  <a:pt x="13623" y="5155"/>
                  <a:pt x="12518" y="5277"/>
                  <a:pt x="11291" y="5400"/>
                </a:cubicBezTo>
                <a:lnTo>
                  <a:pt x="11291" y="982"/>
                </a:lnTo>
                <a:close/>
                <a:moveTo>
                  <a:pt x="11291" y="6382"/>
                </a:moveTo>
                <a:cubicBezTo>
                  <a:pt x="12641" y="6259"/>
                  <a:pt x="13868" y="6014"/>
                  <a:pt x="14973" y="5645"/>
                </a:cubicBezTo>
                <a:cubicBezTo>
                  <a:pt x="15341" y="6995"/>
                  <a:pt x="15709" y="8591"/>
                  <a:pt x="15709" y="10309"/>
                </a:cubicBezTo>
                <a:cubicBezTo>
                  <a:pt x="11291" y="10309"/>
                  <a:pt x="11291" y="10309"/>
                  <a:pt x="11291" y="10309"/>
                </a:cubicBezTo>
                <a:lnTo>
                  <a:pt x="11291" y="6382"/>
                </a:lnTo>
                <a:close/>
                <a:moveTo>
                  <a:pt x="11291" y="11291"/>
                </a:moveTo>
                <a:cubicBezTo>
                  <a:pt x="15709" y="11291"/>
                  <a:pt x="15709" y="11291"/>
                  <a:pt x="15709" y="11291"/>
                </a:cubicBezTo>
                <a:cubicBezTo>
                  <a:pt x="15709" y="13009"/>
                  <a:pt x="15341" y="14605"/>
                  <a:pt x="14973" y="15955"/>
                </a:cubicBezTo>
                <a:cubicBezTo>
                  <a:pt x="13868" y="15586"/>
                  <a:pt x="12641" y="15341"/>
                  <a:pt x="11291" y="15218"/>
                </a:cubicBezTo>
                <a:lnTo>
                  <a:pt x="11291" y="11291"/>
                </a:lnTo>
                <a:close/>
                <a:moveTo>
                  <a:pt x="11291" y="20618"/>
                </a:moveTo>
                <a:cubicBezTo>
                  <a:pt x="11291" y="16200"/>
                  <a:pt x="11291" y="16200"/>
                  <a:pt x="11291" y="16200"/>
                </a:cubicBezTo>
                <a:cubicBezTo>
                  <a:pt x="12518" y="16323"/>
                  <a:pt x="13623" y="16445"/>
                  <a:pt x="14605" y="16814"/>
                </a:cubicBezTo>
                <a:cubicBezTo>
                  <a:pt x="13868" y="18900"/>
                  <a:pt x="12641" y="20250"/>
                  <a:pt x="11291" y="20618"/>
                </a:cubicBezTo>
                <a:moveTo>
                  <a:pt x="13745" y="20127"/>
                </a:moveTo>
                <a:cubicBezTo>
                  <a:pt x="13868" y="20005"/>
                  <a:pt x="14114" y="19759"/>
                  <a:pt x="14359" y="19391"/>
                </a:cubicBezTo>
                <a:cubicBezTo>
                  <a:pt x="14359" y="19391"/>
                  <a:pt x="14359" y="19391"/>
                  <a:pt x="14359" y="19391"/>
                </a:cubicBezTo>
                <a:cubicBezTo>
                  <a:pt x="14727" y="18777"/>
                  <a:pt x="15095" y="18164"/>
                  <a:pt x="15464" y="17427"/>
                </a:cubicBezTo>
                <a:cubicBezTo>
                  <a:pt x="15464" y="17427"/>
                  <a:pt x="15464" y="17427"/>
                  <a:pt x="15464" y="17427"/>
                </a:cubicBezTo>
                <a:cubicBezTo>
                  <a:pt x="15464" y="17305"/>
                  <a:pt x="15464" y="17305"/>
                  <a:pt x="15464" y="17182"/>
                </a:cubicBezTo>
                <a:cubicBezTo>
                  <a:pt x="16077" y="17550"/>
                  <a:pt x="16691" y="17918"/>
                  <a:pt x="17182" y="18286"/>
                </a:cubicBezTo>
                <a:cubicBezTo>
                  <a:pt x="16200" y="19145"/>
                  <a:pt x="14973" y="19759"/>
                  <a:pt x="13745" y="20127"/>
                </a:cubicBezTo>
                <a:moveTo>
                  <a:pt x="17795" y="17673"/>
                </a:moveTo>
                <a:cubicBezTo>
                  <a:pt x="17305" y="17182"/>
                  <a:pt x="16568" y="16691"/>
                  <a:pt x="15832" y="16323"/>
                </a:cubicBezTo>
                <a:cubicBezTo>
                  <a:pt x="15832" y="16323"/>
                  <a:pt x="15832" y="16200"/>
                  <a:pt x="15955" y="16200"/>
                </a:cubicBezTo>
                <a:cubicBezTo>
                  <a:pt x="16077" y="15464"/>
                  <a:pt x="16323" y="14605"/>
                  <a:pt x="16445" y="13868"/>
                </a:cubicBezTo>
                <a:cubicBezTo>
                  <a:pt x="16445" y="13745"/>
                  <a:pt x="16445" y="13623"/>
                  <a:pt x="16445" y="13500"/>
                </a:cubicBezTo>
                <a:cubicBezTo>
                  <a:pt x="16568" y="13132"/>
                  <a:pt x="16568" y="12886"/>
                  <a:pt x="16568" y="12518"/>
                </a:cubicBezTo>
                <a:cubicBezTo>
                  <a:pt x="16568" y="12395"/>
                  <a:pt x="16691" y="12273"/>
                  <a:pt x="16691" y="12150"/>
                </a:cubicBezTo>
                <a:cubicBezTo>
                  <a:pt x="16691" y="11905"/>
                  <a:pt x="16691" y="11536"/>
                  <a:pt x="16691" y="11291"/>
                </a:cubicBezTo>
                <a:cubicBezTo>
                  <a:pt x="20618" y="11291"/>
                  <a:pt x="20618" y="11291"/>
                  <a:pt x="20618" y="11291"/>
                </a:cubicBezTo>
                <a:cubicBezTo>
                  <a:pt x="20495" y="13745"/>
                  <a:pt x="19391" y="15955"/>
                  <a:pt x="17795" y="17673"/>
                </a:cubicBezTo>
              </a:path>
            </a:pathLst>
          </a:custGeom>
          <a:solidFill>
            <a:srgbClr val="CD172D"/>
          </a:solidFill>
          <a:ln w="12700">
            <a:noFill/>
            <a:miter lim="400000"/>
          </a:ln>
        </p:spPr>
        <p:txBody>
          <a:bodyPr lIns="45719" rIns="45719"/>
          <a:lstStyle/>
          <a:p>
            <a:endParaRPr sz="1200" dirty="0">
              <a:solidFill>
                <a:srgbClr val="CD172D"/>
              </a:solidFill>
              <a:latin typeface="+mj-lt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13E0BD8-1F06-A963-94E9-74F7B917D9C2}"/>
              </a:ext>
            </a:extLst>
          </p:cNvPr>
          <p:cNvSpPr txBox="1"/>
          <p:nvPr userDrawn="1"/>
        </p:nvSpPr>
        <p:spPr>
          <a:xfrm>
            <a:off x="9006554" y="4009661"/>
            <a:ext cx="1409602" cy="343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rPr>
              <a:t>/OpeniTInc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7266E79-E274-B252-B020-9CE2C95F43D6}"/>
              </a:ext>
            </a:extLst>
          </p:cNvPr>
          <p:cNvSpPr txBox="1"/>
          <p:nvPr userDrawn="1"/>
        </p:nvSpPr>
        <p:spPr>
          <a:xfrm>
            <a:off x="9006554" y="4533662"/>
            <a:ext cx="1409602" cy="343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rPr>
              <a:t>/OpeniTInc</a:t>
            </a:r>
          </a:p>
        </p:txBody>
      </p:sp>
      <p:pic>
        <p:nvPicPr>
          <p:cNvPr id="61" name="Picture 60" descr="A red and black logo&#10;&#10;Description automatically generated">
            <a:extLst>
              <a:ext uri="{FF2B5EF4-FFF2-40B4-BE49-F238E27FC236}">
                <a16:creationId xmlns:a16="http://schemas.microsoft.com/office/drawing/2014/main" id="{E14618F5-A28E-E0FB-2966-A51E3313DCCF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438" y="4156637"/>
            <a:ext cx="3008044" cy="1361536"/>
          </a:xfrm>
          <a:prstGeom prst="rect">
            <a:avLst/>
          </a:prstGeom>
        </p:spPr>
      </p:pic>
      <p:sp>
        <p:nvSpPr>
          <p:cNvPr id="62" name="Graphic 25">
            <a:extLst>
              <a:ext uri="{FF2B5EF4-FFF2-40B4-BE49-F238E27FC236}">
                <a16:creationId xmlns:a16="http://schemas.microsoft.com/office/drawing/2014/main" id="{DD13E9CF-64A1-46FB-7BE9-BE4D0D39AFB8}"/>
              </a:ext>
            </a:extLst>
          </p:cNvPr>
          <p:cNvSpPr/>
          <p:nvPr userDrawn="1"/>
        </p:nvSpPr>
        <p:spPr>
          <a:xfrm>
            <a:off x="8634610" y="4071518"/>
            <a:ext cx="219456" cy="219456"/>
          </a:xfrm>
          <a:custGeom>
            <a:avLst/>
            <a:gdLst>
              <a:gd name="connsiteX0" fmla="*/ 203210 w 219456"/>
              <a:gd name="connsiteY0" fmla="*/ 0 h 219456"/>
              <a:gd name="connsiteX1" fmla="*/ 16185 w 219456"/>
              <a:gd name="connsiteY1" fmla="*/ 0 h 219456"/>
              <a:gd name="connsiteX2" fmla="*/ 0 w 219456"/>
              <a:gd name="connsiteY2" fmla="*/ 15819 h 219456"/>
              <a:gd name="connsiteX3" fmla="*/ 0 w 219456"/>
              <a:gd name="connsiteY3" fmla="*/ 203622 h 219456"/>
              <a:gd name="connsiteX4" fmla="*/ 16185 w 219456"/>
              <a:gd name="connsiteY4" fmla="*/ 219456 h 219456"/>
              <a:gd name="connsiteX5" fmla="*/ 203210 w 219456"/>
              <a:gd name="connsiteY5" fmla="*/ 219456 h 219456"/>
              <a:gd name="connsiteX6" fmla="*/ 219456 w 219456"/>
              <a:gd name="connsiteY6" fmla="*/ 203622 h 219456"/>
              <a:gd name="connsiteX7" fmla="*/ 219456 w 219456"/>
              <a:gd name="connsiteY7" fmla="*/ 15819 h 219456"/>
              <a:gd name="connsiteX8" fmla="*/ 203210 w 219456"/>
              <a:gd name="connsiteY8" fmla="*/ 0 h 219456"/>
              <a:gd name="connsiteX9" fmla="*/ 65090 w 219456"/>
              <a:gd name="connsiteY9" fmla="*/ 187010 h 219456"/>
              <a:gd name="connsiteX10" fmla="*/ 32537 w 219456"/>
              <a:gd name="connsiteY10" fmla="*/ 187010 h 219456"/>
              <a:gd name="connsiteX11" fmla="*/ 32537 w 219456"/>
              <a:gd name="connsiteY11" fmla="*/ 82281 h 219456"/>
              <a:gd name="connsiteX12" fmla="*/ 65090 w 219456"/>
              <a:gd name="connsiteY12" fmla="*/ 82281 h 219456"/>
              <a:gd name="connsiteX13" fmla="*/ 65090 w 219456"/>
              <a:gd name="connsiteY13" fmla="*/ 187010 h 219456"/>
              <a:gd name="connsiteX14" fmla="*/ 48814 w 219456"/>
              <a:gd name="connsiteY14" fmla="*/ 67955 h 219456"/>
              <a:gd name="connsiteX15" fmla="*/ 29931 w 219456"/>
              <a:gd name="connsiteY15" fmla="*/ 49088 h 219456"/>
              <a:gd name="connsiteX16" fmla="*/ 48814 w 219456"/>
              <a:gd name="connsiteY16" fmla="*/ 30221 h 219456"/>
              <a:gd name="connsiteX17" fmla="*/ 67681 w 219456"/>
              <a:gd name="connsiteY17" fmla="*/ 49088 h 219456"/>
              <a:gd name="connsiteX18" fmla="*/ 48814 w 219456"/>
              <a:gd name="connsiteY18" fmla="*/ 67955 h 219456"/>
              <a:gd name="connsiteX19" fmla="*/ 186995 w 219456"/>
              <a:gd name="connsiteY19" fmla="*/ 187010 h 219456"/>
              <a:gd name="connsiteX20" fmla="*/ 154473 w 219456"/>
              <a:gd name="connsiteY20" fmla="*/ 187010 h 219456"/>
              <a:gd name="connsiteX21" fmla="*/ 154473 w 219456"/>
              <a:gd name="connsiteY21" fmla="*/ 136078 h 219456"/>
              <a:gd name="connsiteX22" fmla="*/ 137556 w 219456"/>
              <a:gd name="connsiteY22" fmla="*/ 108311 h 219456"/>
              <a:gd name="connsiteX23" fmla="*/ 118019 w 219456"/>
              <a:gd name="connsiteY23" fmla="*/ 135194 h 219456"/>
              <a:gd name="connsiteX24" fmla="*/ 118019 w 219456"/>
              <a:gd name="connsiteY24" fmla="*/ 187010 h 219456"/>
              <a:gd name="connsiteX25" fmla="*/ 85496 w 219456"/>
              <a:gd name="connsiteY25" fmla="*/ 187010 h 219456"/>
              <a:gd name="connsiteX26" fmla="*/ 85496 w 219456"/>
              <a:gd name="connsiteY26" fmla="*/ 82281 h 219456"/>
              <a:gd name="connsiteX27" fmla="*/ 116723 w 219456"/>
              <a:gd name="connsiteY27" fmla="*/ 82281 h 219456"/>
              <a:gd name="connsiteX28" fmla="*/ 116723 w 219456"/>
              <a:gd name="connsiteY28" fmla="*/ 96591 h 219456"/>
              <a:gd name="connsiteX29" fmla="*/ 117150 w 219456"/>
              <a:gd name="connsiteY29" fmla="*/ 96591 h 219456"/>
              <a:gd name="connsiteX30" fmla="*/ 147950 w 219456"/>
              <a:gd name="connsiteY30" fmla="*/ 79675 h 219456"/>
              <a:gd name="connsiteX31" fmla="*/ 186995 w 219456"/>
              <a:gd name="connsiteY31" fmla="*/ 129555 h 219456"/>
              <a:gd name="connsiteX32" fmla="*/ 186995 w 219456"/>
              <a:gd name="connsiteY32" fmla="*/ 187010 h 219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19456" h="219456">
                <a:moveTo>
                  <a:pt x="203210" y="0"/>
                </a:moveTo>
                <a:lnTo>
                  <a:pt x="16185" y="0"/>
                </a:lnTo>
                <a:cubicBezTo>
                  <a:pt x="7254" y="0"/>
                  <a:pt x="0" y="7087"/>
                  <a:pt x="0" y="15819"/>
                </a:cubicBezTo>
                <a:lnTo>
                  <a:pt x="0" y="203622"/>
                </a:lnTo>
                <a:cubicBezTo>
                  <a:pt x="0" y="212369"/>
                  <a:pt x="7254" y="219456"/>
                  <a:pt x="16185" y="219456"/>
                </a:cubicBezTo>
                <a:lnTo>
                  <a:pt x="203210" y="219456"/>
                </a:lnTo>
                <a:cubicBezTo>
                  <a:pt x="212156" y="219456"/>
                  <a:pt x="219456" y="212369"/>
                  <a:pt x="219456" y="203622"/>
                </a:cubicBezTo>
                <a:lnTo>
                  <a:pt x="219456" y="15819"/>
                </a:lnTo>
                <a:cubicBezTo>
                  <a:pt x="219456" y="7087"/>
                  <a:pt x="212156" y="0"/>
                  <a:pt x="203210" y="0"/>
                </a:cubicBezTo>
                <a:close/>
                <a:moveTo>
                  <a:pt x="65090" y="187010"/>
                </a:moveTo>
                <a:lnTo>
                  <a:pt x="32537" y="187010"/>
                </a:lnTo>
                <a:lnTo>
                  <a:pt x="32537" y="82281"/>
                </a:lnTo>
                <a:lnTo>
                  <a:pt x="65090" y="82281"/>
                </a:lnTo>
                <a:lnTo>
                  <a:pt x="65090" y="187010"/>
                </a:lnTo>
                <a:close/>
                <a:moveTo>
                  <a:pt x="48814" y="67955"/>
                </a:moveTo>
                <a:cubicBezTo>
                  <a:pt x="38390" y="67955"/>
                  <a:pt x="29931" y="59497"/>
                  <a:pt x="29931" y="49088"/>
                </a:cubicBezTo>
                <a:cubicBezTo>
                  <a:pt x="29931" y="38679"/>
                  <a:pt x="38390" y="30221"/>
                  <a:pt x="48814" y="30221"/>
                </a:cubicBezTo>
                <a:cubicBezTo>
                  <a:pt x="59238" y="30221"/>
                  <a:pt x="67681" y="38679"/>
                  <a:pt x="67681" y="49088"/>
                </a:cubicBezTo>
                <a:cubicBezTo>
                  <a:pt x="67681" y="59497"/>
                  <a:pt x="59223" y="67955"/>
                  <a:pt x="48814" y="67955"/>
                </a:cubicBezTo>
                <a:close/>
                <a:moveTo>
                  <a:pt x="186995" y="187010"/>
                </a:moveTo>
                <a:lnTo>
                  <a:pt x="154473" y="187010"/>
                </a:lnTo>
                <a:lnTo>
                  <a:pt x="154473" y="136078"/>
                </a:lnTo>
                <a:cubicBezTo>
                  <a:pt x="154473" y="123932"/>
                  <a:pt x="154244" y="108311"/>
                  <a:pt x="137556" y="108311"/>
                </a:cubicBezTo>
                <a:cubicBezTo>
                  <a:pt x="120868" y="108311"/>
                  <a:pt x="118019" y="121539"/>
                  <a:pt x="118019" y="135194"/>
                </a:cubicBezTo>
                <a:lnTo>
                  <a:pt x="118019" y="187010"/>
                </a:lnTo>
                <a:lnTo>
                  <a:pt x="85496" y="187010"/>
                </a:lnTo>
                <a:lnTo>
                  <a:pt x="85496" y="82281"/>
                </a:lnTo>
                <a:lnTo>
                  <a:pt x="116723" y="82281"/>
                </a:lnTo>
                <a:lnTo>
                  <a:pt x="116723" y="96591"/>
                </a:lnTo>
                <a:lnTo>
                  <a:pt x="117150" y="96591"/>
                </a:lnTo>
                <a:cubicBezTo>
                  <a:pt x="121509" y="88346"/>
                  <a:pt x="132116" y="79675"/>
                  <a:pt x="147950" y="79675"/>
                </a:cubicBezTo>
                <a:cubicBezTo>
                  <a:pt x="180914" y="79675"/>
                  <a:pt x="186995" y="101361"/>
                  <a:pt x="186995" y="129555"/>
                </a:cubicBezTo>
                <a:lnTo>
                  <a:pt x="186995" y="187010"/>
                </a:lnTo>
                <a:close/>
              </a:path>
            </a:pathLst>
          </a:custGeom>
          <a:solidFill>
            <a:srgbClr val="CD172D"/>
          </a:solidFill>
          <a:ln w="152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3" name="Freeform 303">
            <a:extLst>
              <a:ext uri="{FF2B5EF4-FFF2-40B4-BE49-F238E27FC236}">
                <a16:creationId xmlns:a16="http://schemas.microsoft.com/office/drawing/2014/main" id="{2359E98E-8F51-F71A-D91D-F147004F5E09}"/>
              </a:ext>
            </a:extLst>
          </p:cNvPr>
          <p:cNvSpPr>
            <a:spLocks/>
          </p:cNvSpPr>
          <p:nvPr userDrawn="1"/>
        </p:nvSpPr>
        <p:spPr bwMode="auto">
          <a:xfrm>
            <a:off x="8680961" y="4582676"/>
            <a:ext cx="127722" cy="245142"/>
          </a:xfrm>
          <a:custGeom>
            <a:avLst/>
            <a:gdLst>
              <a:gd name="T0" fmla="*/ 325 w 325"/>
              <a:gd name="T1" fmla="*/ 104 h 626"/>
              <a:gd name="T2" fmla="*/ 266 w 325"/>
              <a:gd name="T3" fmla="*/ 104 h 626"/>
              <a:gd name="T4" fmla="*/ 211 w 325"/>
              <a:gd name="T5" fmla="*/ 158 h 626"/>
              <a:gd name="T6" fmla="*/ 211 w 325"/>
              <a:gd name="T7" fmla="*/ 229 h 626"/>
              <a:gd name="T8" fmla="*/ 321 w 325"/>
              <a:gd name="T9" fmla="*/ 229 h 626"/>
              <a:gd name="T10" fmla="*/ 321 w 325"/>
              <a:gd name="T11" fmla="*/ 340 h 626"/>
              <a:gd name="T12" fmla="*/ 211 w 325"/>
              <a:gd name="T13" fmla="*/ 340 h 626"/>
              <a:gd name="T14" fmla="*/ 211 w 325"/>
              <a:gd name="T15" fmla="*/ 626 h 626"/>
              <a:gd name="T16" fmla="*/ 96 w 325"/>
              <a:gd name="T17" fmla="*/ 626 h 626"/>
              <a:gd name="T18" fmla="*/ 96 w 325"/>
              <a:gd name="T19" fmla="*/ 340 h 626"/>
              <a:gd name="T20" fmla="*/ 0 w 325"/>
              <a:gd name="T21" fmla="*/ 340 h 626"/>
              <a:gd name="T22" fmla="*/ 0 w 325"/>
              <a:gd name="T23" fmla="*/ 229 h 626"/>
              <a:gd name="T24" fmla="*/ 96 w 325"/>
              <a:gd name="T25" fmla="*/ 229 h 626"/>
              <a:gd name="T26" fmla="*/ 96 w 325"/>
              <a:gd name="T27" fmla="*/ 147 h 626"/>
              <a:gd name="T28" fmla="*/ 239 w 325"/>
              <a:gd name="T29" fmla="*/ 0 h 626"/>
              <a:gd name="T30" fmla="*/ 325 w 325"/>
              <a:gd name="T31" fmla="*/ 0 h 626"/>
              <a:gd name="T32" fmla="*/ 325 w 325"/>
              <a:gd name="T33" fmla="*/ 104 h 6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25" h="626">
                <a:moveTo>
                  <a:pt x="325" y="104"/>
                </a:moveTo>
                <a:lnTo>
                  <a:pt x="266" y="104"/>
                </a:lnTo>
                <a:cubicBezTo>
                  <a:pt x="220" y="104"/>
                  <a:pt x="211" y="126"/>
                  <a:pt x="211" y="158"/>
                </a:cubicBezTo>
                <a:lnTo>
                  <a:pt x="211" y="229"/>
                </a:lnTo>
                <a:lnTo>
                  <a:pt x="321" y="229"/>
                </a:lnTo>
                <a:lnTo>
                  <a:pt x="321" y="340"/>
                </a:lnTo>
                <a:lnTo>
                  <a:pt x="211" y="340"/>
                </a:lnTo>
                <a:lnTo>
                  <a:pt x="211" y="626"/>
                </a:lnTo>
                <a:lnTo>
                  <a:pt x="96" y="626"/>
                </a:lnTo>
                <a:lnTo>
                  <a:pt x="96" y="340"/>
                </a:lnTo>
                <a:lnTo>
                  <a:pt x="0" y="340"/>
                </a:lnTo>
                <a:lnTo>
                  <a:pt x="0" y="229"/>
                </a:lnTo>
                <a:lnTo>
                  <a:pt x="96" y="229"/>
                </a:lnTo>
                <a:lnTo>
                  <a:pt x="96" y="147"/>
                </a:lnTo>
                <a:cubicBezTo>
                  <a:pt x="96" y="52"/>
                  <a:pt x="154" y="0"/>
                  <a:pt x="239" y="0"/>
                </a:cubicBezTo>
                <a:lnTo>
                  <a:pt x="325" y="0"/>
                </a:lnTo>
                <a:lnTo>
                  <a:pt x="325" y="104"/>
                </a:lnTo>
                <a:close/>
              </a:path>
            </a:pathLst>
          </a:custGeom>
          <a:solidFill>
            <a:srgbClr val="CD172D"/>
          </a:solidFill>
          <a:ln>
            <a:noFill/>
          </a:ln>
        </p:spPr>
        <p:txBody>
          <a:bodyPr vert="horz" wrap="square" lIns="146078" tIns="73039" rIns="146078" bIns="73039" numCol="1" anchor="t" anchorCtr="0" compatLnSpc="1">
            <a:prstTxWarp prst="textNoShape">
              <a:avLst/>
            </a:prstTxWarp>
          </a:bodyPr>
          <a:lstStyle/>
          <a:p>
            <a:endParaRPr lang="en-US" sz="2876" dirty="0">
              <a:solidFill>
                <a:srgbClr val="CD172D"/>
              </a:solidFill>
              <a:latin typeface="+mj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106096-6AB4-2B35-4B38-5FF7EA787FD7}"/>
              </a:ext>
            </a:extLst>
          </p:cNvPr>
          <p:cNvSpPr/>
          <p:nvPr userDrawn="1"/>
        </p:nvSpPr>
        <p:spPr>
          <a:xfrm>
            <a:off x="10661905" y="6163235"/>
            <a:ext cx="1413554" cy="5602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546F5F-4792-9ECE-C7AC-8E75EC25FA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06D56B-5F1E-7FDC-98AA-E99244B5D55C}"/>
              </a:ext>
            </a:extLst>
          </p:cNvPr>
          <p:cNvSpPr txBox="1"/>
          <p:nvPr userDrawn="1"/>
        </p:nvSpPr>
        <p:spPr>
          <a:xfrm>
            <a:off x="708211" y="6532066"/>
            <a:ext cx="5039809" cy="2154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© 2026 Open iT, Inc. All rights reserved. Company Confidential. </a:t>
            </a:r>
            <a:r>
              <a:rPr lang="en-PH" dirty="0"/>
              <a:t>ISO/IEC 27001:2022 Certified | BARR Certifications.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04A74A-7E39-4472-C72F-31CA890A964E}"/>
              </a:ext>
            </a:extLst>
          </p:cNvPr>
          <p:cNvSpPr txBox="1"/>
          <p:nvPr userDrawn="1"/>
        </p:nvSpPr>
        <p:spPr>
          <a:xfrm>
            <a:off x="8996255" y="5045602"/>
            <a:ext cx="1409602" cy="343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rPr>
              <a:t>@OpeniTInc</a:t>
            </a:r>
          </a:p>
        </p:txBody>
      </p:sp>
      <p:sp>
        <p:nvSpPr>
          <p:cNvPr id="6" name="Graphic 5">
            <a:extLst>
              <a:ext uri="{FF2B5EF4-FFF2-40B4-BE49-F238E27FC236}">
                <a16:creationId xmlns:a16="http://schemas.microsoft.com/office/drawing/2014/main" id="{4D0A1DF4-1217-2405-AF99-7EEBB16DE1CE}"/>
              </a:ext>
            </a:extLst>
          </p:cNvPr>
          <p:cNvSpPr/>
          <p:nvPr userDrawn="1"/>
        </p:nvSpPr>
        <p:spPr>
          <a:xfrm>
            <a:off x="8620666" y="5148939"/>
            <a:ext cx="240317" cy="180464"/>
          </a:xfrm>
          <a:custGeom>
            <a:avLst/>
            <a:gdLst>
              <a:gd name="connsiteX0" fmla="*/ 354902 w 356712"/>
              <a:gd name="connsiteY0" fmla="*/ 72683 h 267870"/>
              <a:gd name="connsiteX1" fmla="*/ 347282 w 356712"/>
              <a:gd name="connsiteY1" fmla="*/ 33726 h 267870"/>
              <a:gd name="connsiteX2" fmla="*/ 307754 w 356712"/>
              <a:gd name="connsiteY2" fmla="*/ 4294 h 267870"/>
              <a:gd name="connsiteX3" fmla="*/ 256223 w 356712"/>
              <a:gd name="connsiteY3" fmla="*/ 1341 h 267870"/>
              <a:gd name="connsiteX4" fmla="*/ 151163 w 356712"/>
              <a:gd name="connsiteY4" fmla="*/ 8 h 267870"/>
              <a:gd name="connsiteX5" fmla="*/ 74867 w 356712"/>
              <a:gd name="connsiteY5" fmla="*/ 2389 h 267870"/>
              <a:gd name="connsiteX6" fmla="*/ 45054 w 356712"/>
              <a:gd name="connsiteY6" fmla="*/ 4770 h 267870"/>
              <a:gd name="connsiteX7" fmla="*/ 10574 w 356712"/>
              <a:gd name="connsiteY7" fmla="*/ 31916 h 267870"/>
              <a:gd name="connsiteX8" fmla="*/ 2192 w 356712"/>
              <a:gd name="connsiteY8" fmla="*/ 70302 h 267870"/>
              <a:gd name="connsiteX9" fmla="*/ 382 w 356712"/>
              <a:gd name="connsiteY9" fmla="*/ 162409 h 267870"/>
              <a:gd name="connsiteX10" fmla="*/ 5049 w 356712"/>
              <a:gd name="connsiteY10" fmla="*/ 217749 h 267870"/>
              <a:gd name="connsiteX11" fmla="*/ 9335 w 356712"/>
              <a:gd name="connsiteY11" fmla="*/ 232227 h 267870"/>
              <a:gd name="connsiteX12" fmla="*/ 44864 w 356712"/>
              <a:gd name="connsiteY12" fmla="*/ 262231 h 267870"/>
              <a:gd name="connsiteX13" fmla="*/ 77725 w 356712"/>
              <a:gd name="connsiteY13" fmla="*/ 265374 h 267870"/>
              <a:gd name="connsiteX14" fmla="*/ 207265 w 356712"/>
              <a:gd name="connsiteY14" fmla="*/ 267755 h 267870"/>
              <a:gd name="connsiteX15" fmla="*/ 291466 w 356712"/>
              <a:gd name="connsiteY15" fmla="*/ 264803 h 267870"/>
              <a:gd name="connsiteX16" fmla="*/ 314612 w 356712"/>
              <a:gd name="connsiteY16" fmla="*/ 262231 h 267870"/>
              <a:gd name="connsiteX17" fmla="*/ 346235 w 356712"/>
              <a:gd name="connsiteY17" fmla="*/ 235847 h 267870"/>
              <a:gd name="connsiteX18" fmla="*/ 354902 w 356712"/>
              <a:gd name="connsiteY18" fmla="*/ 195080 h 267870"/>
              <a:gd name="connsiteX19" fmla="*/ 356712 w 356712"/>
              <a:gd name="connsiteY19" fmla="*/ 168791 h 267870"/>
              <a:gd name="connsiteX20" fmla="*/ 356712 w 356712"/>
              <a:gd name="connsiteY20" fmla="*/ 98972 h 267870"/>
              <a:gd name="connsiteX21" fmla="*/ 354902 w 356712"/>
              <a:gd name="connsiteY21" fmla="*/ 72683 h 267870"/>
              <a:gd name="connsiteX22" fmla="*/ 241460 w 356712"/>
              <a:gd name="connsiteY22" fmla="*/ 135834 h 267870"/>
              <a:gd name="connsiteX23" fmla="*/ 138018 w 356712"/>
              <a:gd name="connsiteY23" fmla="*/ 197937 h 267870"/>
              <a:gd name="connsiteX24" fmla="*/ 135065 w 356712"/>
              <a:gd name="connsiteY24" fmla="*/ 198985 h 267870"/>
              <a:gd name="connsiteX25" fmla="*/ 134303 w 356712"/>
              <a:gd name="connsiteY25" fmla="*/ 195651 h 267870"/>
              <a:gd name="connsiteX26" fmla="*/ 134303 w 356712"/>
              <a:gd name="connsiteY26" fmla="*/ 71921 h 267870"/>
              <a:gd name="connsiteX27" fmla="*/ 138018 w 356712"/>
              <a:gd name="connsiteY27" fmla="*/ 69826 h 267870"/>
              <a:gd name="connsiteX28" fmla="*/ 241460 w 356712"/>
              <a:gd name="connsiteY28" fmla="*/ 131929 h 267870"/>
              <a:gd name="connsiteX29" fmla="*/ 241460 w 356712"/>
              <a:gd name="connsiteY29" fmla="*/ 135834 h 267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356712" h="267870">
                <a:moveTo>
                  <a:pt x="354902" y="72683"/>
                </a:moveTo>
                <a:cubicBezTo>
                  <a:pt x="354140" y="59539"/>
                  <a:pt x="352235" y="46109"/>
                  <a:pt x="347282" y="33726"/>
                </a:cubicBezTo>
                <a:cubicBezTo>
                  <a:pt x="340139" y="15819"/>
                  <a:pt x="326708" y="6389"/>
                  <a:pt x="307754" y="4294"/>
                </a:cubicBezTo>
                <a:cubicBezTo>
                  <a:pt x="290704" y="2389"/>
                  <a:pt x="273273" y="2103"/>
                  <a:pt x="256223" y="1341"/>
                </a:cubicBezTo>
                <a:cubicBezTo>
                  <a:pt x="221171" y="-183"/>
                  <a:pt x="186215" y="8"/>
                  <a:pt x="151163" y="8"/>
                </a:cubicBezTo>
                <a:cubicBezTo>
                  <a:pt x="125636" y="293"/>
                  <a:pt x="100394" y="1055"/>
                  <a:pt x="74867" y="2389"/>
                </a:cubicBezTo>
                <a:cubicBezTo>
                  <a:pt x="65057" y="2960"/>
                  <a:pt x="55055" y="3151"/>
                  <a:pt x="45054" y="4770"/>
                </a:cubicBezTo>
                <a:cubicBezTo>
                  <a:pt x="29052" y="7913"/>
                  <a:pt x="17146" y="16581"/>
                  <a:pt x="10574" y="31916"/>
                </a:cubicBezTo>
                <a:cubicBezTo>
                  <a:pt x="5335" y="44299"/>
                  <a:pt x="3525" y="57158"/>
                  <a:pt x="2192" y="70302"/>
                </a:cubicBezTo>
                <a:cubicBezTo>
                  <a:pt x="-475" y="100877"/>
                  <a:pt x="-190" y="131643"/>
                  <a:pt x="382" y="162409"/>
                </a:cubicBezTo>
                <a:cubicBezTo>
                  <a:pt x="572" y="180887"/>
                  <a:pt x="1620" y="199271"/>
                  <a:pt x="5049" y="217749"/>
                </a:cubicBezTo>
                <a:cubicBezTo>
                  <a:pt x="6097" y="222702"/>
                  <a:pt x="7430" y="227465"/>
                  <a:pt x="9335" y="232227"/>
                </a:cubicBezTo>
                <a:cubicBezTo>
                  <a:pt x="15050" y="249277"/>
                  <a:pt x="27433" y="258802"/>
                  <a:pt x="44864" y="262231"/>
                </a:cubicBezTo>
                <a:cubicBezTo>
                  <a:pt x="55627" y="264326"/>
                  <a:pt x="66676" y="265088"/>
                  <a:pt x="77725" y="265374"/>
                </a:cubicBezTo>
                <a:cubicBezTo>
                  <a:pt x="120873" y="267184"/>
                  <a:pt x="164021" y="268232"/>
                  <a:pt x="207265" y="267755"/>
                </a:cubicBezTo>
                <a:cubicBezTo>
                  <a:pt x="235364" y="267184"/>
                  <a:pt x="263558" y="266422"/>
                  <a:pt x="291466" y="264803"/>
                </a:cubicBezTo>
                <a:cubicBezTo>
                  <a:pt x="299086" y="264326"/>
                  <a:pt x="306992" y="264041"/>
                  <a:pt x="314612" y="262231"/>
                </a:cubicBezTo>
                <a:cubicBezTo>
                  <a:pt x="329375" y="258516"/>
                  <a:pt x="340139" y="250134"/>
                  <a:pt x="346235" y="235847"/>
                </a:cubicBezTo>
                <a:cubicBezTo>
                  <a:pt x="351950" y="222988"/>
                  <a:pt x="353855" y="208986"/>
                  <a:pt x="354902" y="195080"/>
                </a:cubicBezTo>
                <a:cubicBezTo>
                  <a:pt x="355379" y="186126"/>
                  <a:pt x="356236" y="177458"/>
                  <a:pt x="356712" y="168791"/>
                </a:cubicBezTo>
                <a:lnTo>
                  <a:pt x="356712" y="98972"/>
                </a:lnTo>
                <a:cubicBezTo>
                  <a:pt x="356236" y="90305"/>
                  <a:pt x="355379" y="81637"/>
                  <a:pt x="354902" y="72683"/>
                </a:cubicBezTo>
                <a:close/>
                <a:moveTo>
                  <a:pt x="241460" y="135834"/>
                </a:moveTo>
                <a:cubicBezTo>
                  <a:pt x="206979" y="156694"/>
                  <a:pt x="172499" y="177173"/>
                  <a:pt x="138018" y="197937"/>
                </a:cubicBezTo>
                <a:cubicBezTo>
                  <a:pt x="137256" y="198509"/>
                  <a:pt x="136113" y="199556"/>
                  <a:pt x="135065" y="198985"/>
                </a:cubicBezTo>
                <a:cubicBezTo>
                  <a:pt x="133827" y="198223"/>
                  <a:pt x="134303" y="196699"/>
                  <a:pt x="134303" y="195651"/>
                </a:cubicBezTo>
                <a:lnTo>
                  <a:pt x="134303" y="71921"/>
                </a:lnTo>
                <a:cubicBezTo>
                  <a:pt x="134303" y="67921"/>
                  <a:pt x="134589" y="67635"/>
                  <a:pt x="138018" y="69826"/>
                </a:cubicBezTo>
                <a:cubicBezTo>
                  <a:pt x="172499" y="90590"/>
                  <a:pt x="206979" y="111069"/>
                  <a:pt x="241460" y="131929"/>
                </a:cubicBezTo>
                <a:cubicBezTo>
                  <a:pt x="244603" y="133739"/>
                  <a:pt x="244603" y="134024"/>
                  <a:pt x="241460" y="135834"/>
                </a:cubicBez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79EB65-7C16-15CF-1264-214935278286}"/>
              </a:ext>
            </a:extLst>
          </p:cNvPr>
          <p:cNvSpPr txBox="1"/>
          <p:nvPr userDrawn="1"/>
        </p:nvSpPr>
        <p:spPr>
          <a:xfrm>
            <a:off x="5656374" y="3391654"/>
            <a:ext cx="2293384" cy="894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rPr>
              <a:t>Two Park Ten Place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rPr>
              <a:t>16300 Katy Freeway Suite 100</a:t>
            </a:r>
          </a:p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rPr>
              <a:t>Houston, TX 77094</a:t>
            </a:r>
          </a:p>
        </p:txBody>
      </p:sp>
    </p:spTree>
    <p:extLst>
      <p:ext uri="{BB962C8B-B14F-4D97-AF65-F5344CB8AC3E}">
        <p14:creationId xmlns:p14="http://schemas.microsoft.com/office/powerpoint/2010/main" val="735034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ac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Picture Placeholder 22" descr="3D design of a city in white">
            <a:extLst>
              <a:ext uri="{FF2B5EF4-FFF2-40B4-BE49-F238E27FC236}">
                <a16:creationId xmlns:a16="http://schemas.microsoft.com/office/drawing/2014/main" id="{5D2548E1-4EBD-91F5-EDE7-9BBB3D6413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"/>
            <a:ext cx="12192000" cy="3539752"/>
          </a:xfrm>
          <a:prstGeom prst="rect">
            <a:avLst/>
          </a:prstGeom>
        </p:spPr>
      </p:pic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AC846D13-6AE0-C2A6-E408-D27EF9E6A9E1}"/>
              </a:ext>
            </a:extLst>
          </p:cNvPr>
          <p:cNvSpPr/>
          <p:nvPr userDrawn="1"/>
        </p:nvSpPr>
        <p:spPr>
          <a:xfrm>
            <a:off x="4401315" y="1697300"/>
            <a:ext cx="6961609" cy="428286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>
              <a:latin typeface="+mj-lt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6A86035-DCEC-7C25-3B75-43E52E785C93}"/>
              </a:ext>
            </a:extLst>
          </p:cNvPr>
          <p:cNvSpPr txBox="1"/>
          <p:nvPr userDrawn="1"/>
        </p:nvSpPr>
        <p:spPr>
          <a:xfrm>
            <a:off x="5656374" y="4429351"/>
            <a:ext cx="2290268" cy="343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b="0" i="0" dirty="0">
                <a:solidFill>
                  <a:srgbClr val="303030"/>
                </a:solidFill>
                <a:effectLst/>
                <a:latin typeface="Source Sans Pro" panose="020B0503030403020204" pitchFamily="34" charset="0"/>
              </a:rPr>
              <a:t>+47 22 20 40 50</a:t>
            </a:r>
            <a:endParaRPr lang="en-US" sz="1200" dirty="0">
              <a:solidFill>
                <a:schemeClr val="tx1"/>
              </a:solidFill>
              <a:latin typeface="+mj-lt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  <p:sp>
        <p:nvSpPr>
          <p:cNvPr id="49" name="Shape">
            <a:extLst>
              <a:ext uri="{FF2B5EF4-FFF2-40B4-BE49-F238E27FC236}">
                <a16:creationId xmlns:a16="http://schemas.microsoft.com/office/drawing/2014/main" id="{C86CAF21-9244-5E84-F1EF-DACA98ED01A3}"/>
              </a:ext>
            </a:extLst>
          </p:cNvPr>
          <p:cNvSpPr/>
          <p:nvPr userDrawn="1"/>
        </p:nvSpPr>
        <p:spPr>
          <a:xfrm>
            <a:off x="5196963" y="5157943"/>
            <a:ext cx="257999" cy="1874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cubicBezTo>
                  <a:pt x="1964" y="0"/>
                  <a:pt x="1964" y="0"/>
                  <a:pt x="1964" y="0"/>
                </a:cubicBezTo>
                <a:cubicBezTo>
                  <a:pt x="859" y="0"/>
                  <a:pt x="0" y="1181"/>
                  <a:pt x="0" y="2700"/>
                </a:cubicBezTo>
                <a:cubicBezTo>
                  <a:pt x="0" y="18900"/>
                  <a:pt x="0" y="18900"/>
                  <a:pt x="0" y="18900"/>
                </a:cubicBezTo>
                <a:cubicBezTo>
                  <a:pt x="0" y="20419"/>
                  <a:pt x="859" y="21600"/>
                  <a:pt x="1964" y="21600"/>
                </a:cubicBezTo>
                <a:cubicBezTo>
                  <a:pt x="19636" y="21600"/>
                  <a:pt x="19636" y="21600"/>
                  <a:pt x="19636" y="21600"/>
                </a:cubicBezTo>
                <a:cubicBezTo>
                  <a:pt x="20741" y="21600"/>
                  <a:pt x="21600" y="20419"/>
                  <a:pt x="21600" y="18900"/>
                </a:cubicBezTo>
                <a:cubicBezTo>
                  <a:pt x="21600" y="2700"/>
                  <a:pt x="21600" y="2700"/>
                  <a:pt x="21600" y="2700"/>
                </a:cubicBezTo>
                <a:cubicBezTo>
                  <a:pt x="21600" y="1181"/>
                  <a:pt x="20741" y="0"/>
                  <a:pt x="19636" y="0"/>
                </a:cubicBezTo>
                <a:moveTo>
                  <a:pt x="1964" y="1350"/>
                </a:moveTo>
                <a:cubicBezTo>
                  <a:pt x="19636" y="1350"/>
                  <a:pt x="19636" y="1350"/>
                  <a:pt x="19636" y="1350"/>
                </a:cubicBezTo>
                <a:cubicBezTo>
                  <a:pt x="19759" y="1350"/>
                  <a:pt x="19882" y="1350"/>
                  <a:pt x="20005" y="1350"/>
                </a:cubicBezTo>
                <a:cubicBezTo>
                  <a:pt x="11414" y="13163"/>
                  <a:pt x="11414" y="13163"/>
                  <a:pt x="11414" y="13163"/>
                </a:cubicBezTo>
                <a:cubicBezTo>
                  <a:pt x="11291" y="13331"/>
                  <a:pt x="11045" y="13500"/>
                  <a:pt x="10800" y="13500"/>
                </a:cubicBezTo>
                <a:cubicBezTo>
                  <a:pt x="10555" y="13500"/>
                  <a:pt x="10309" y="13331"/>
                  <a:pt x="10186" y="13163"/>
                </a:cubicBezTo>
                <a:cubicBezTo>
                  <a:pt x="1595" y="1350"/>
                  <a:pt x="1595" y="1350"/>
                  <a:pt x="1595" y="1350"/>
                </a:cubicBezTo>
                <a:cubicBezTo>
                  <a:pt x="1718" y="1350"/>
                  <a:pt x="1841" y="1350"/>
                  <a:pt x="1964" y="1350"/>
                </a:cubicBezTo>
                <a:moveTo>
                  <a:pt x="982" y="18900"/>
                </a:moveTo>
                <a:cubicBezTo>
                  <a:pt x="982" y="2700"/>
                  <a:pt x="982" y="2700"/>
                  <a:pt x="982" y="2700"/>
                </a:cubicBezTo>
                <a:cubicBezTo>
                  <a:pt x="982" y="2700"/>
                  <a:pt x="982" y="2531"/>
                  <a:pt x="982" y="2531"/>
                </a:cubicBezTo>
                <a:cubicBezTo>
                  <a:pt x="7118" y="10800"/>
                  <a:pt x="7118" y="10800"/>
                  <a:pt x="7118" y="10800"/>
                </a:cubicBezTo>
                <a:cubicBezTo>
                  <a:pt x="982" y="19069"/>
                  <a:pt x="982" y="19069"/>
                  <a:pt x="982" y="19069"/>
                </a:cubicBezTo>
                <a:cubicBezTo>
                  <a:pt x="982" y="19069"/>
                  <a:pt x="982" y="18900"/>
                  <a:pt x="982" y="18900"/>
                </a:cubicBezTo>
                <a:moveTo>
                  <a:pt x="19636" y="20250"/>
                </a:moveTo>
                <a:cubicBezTo>
                  <a:pt x="1964" y="20250"/>
                  <a:pt x="1964" y="20250"/>
                  <a:pt x="1964" y="20250"/>
                </a:cubicBezTo>
                <a:cubicBezTo>
                  <a:pt x="1841" y="20250"/>
                  <a:pt x="1718" y="20250"/>
                  <a:pt x="1595" y="20250"/>
                </a:cubicBezTo>
                <a:cubicBezTo>
                  <a:pt x="7732" y="11812"/>
                  <a:pt x="7732" y="11812"/>
                  <a:pt x="7732" y="11812"/>
                </a:cubicBezTo>
                <a:cubicBezTo>
                  <a:pt x="9450" y="14006"/>
                  <a:pt x="9450" y="14006"/>
                  <a:pt x="9450" y="14006"/>
                </a:cubicBezTo>
                <a:cubicBezTo>
                  <a:pt x="9818" y="14512"/>
                  <a:pt x="10309" y="14850"/>
                  <a:pt x="10800" y="14850"/>
                </a:cubicBezTo>
                <a:cubicBezTo>
                  <a:pt x="11291" y="14850"/>
                  <a:pt x="11782" y="14512"/>
                  <a:pt x="12150" y="14006"/>
                </a:cubicBezTo>
                <a:cubicBezTo>
                  <a:pt x="13868" y="11812"/>
                  <a:pt x="13868" y="11812"/>
                  <a:pt x="13868" y="11812"/>
                </a:cubicBezTo>
                <a:cubicBezTo>
                  <a:pt x="20005" y="20250"/>
                  <a:pt x="20005" y="20250"/>
                  <a:pt x="20005" y="20250"/>
                </a:cubicBezTo>
                <a:cubicBezTo>
                  <a:pt x="19882" y="20250"/>
                  <a:pt x="19759" y="20250"/>
                  <a:pt x="19636" y="20250"/>
                </a:cubicBezTo>
                <a:moveTo>
                  <a:pt x="20618" y="18900"/>
                </a:moveTo>
                <a:cubicBezTo>
                  <a:pt x="20618" y="18900"/>
                  <a:pt x="20618" y="19069"/>
                  <a:pt x="20618" y="19069"/>
                </a:cubicBezTo>
                <a:cubicBezTo>
                  <a:pt x="14482" y="10800"/>
                  <a:pt x="14482" y="10800"/>
                  <a:pt x="14482" y="10800"/>
                </a:cubicBezTo>
                <a:cubicBezTo>
                  <a:pt x="20618" y="2531"/>
                  <a:pt x="20618" y="2531"/>
                  <a:pt x="20618" y="2531"/>
                </a:cubicBezTo>
                <a:cubicBezTo>
                  <a:pt x="20618" y="2531"/>
                  <a:pt x="20618" y="2700"/>
                  <a:pt x="20618" y="2700"/>
                </a:cubicBezTo>
                <a:lnTo>
                  <a:pt x="20618" y="18900"/>
                </a:lnTo>
                <a:close/>
              </a:path>
            </a:pathLst>
          </a:custGeom>
          <a:solidFill>
            <a:srgbClr val="CD172D"/>
          </a:solidFill>
          <a:ln w="12700">
            <a:noFill/>
            <a:miter lim="400000"/>
          </a:ln>
        </p:spPr>
        <p:txBody>
          <a:bodyPr lIns="45719" rIns="45719"/>
          <a:lstStyle/>
          <a:p>
            <a:endParaRPr dirty="0">
              <a:latin typeface="+mj-lt"/>
            </a:endParaRPr>
          </a:p>
        </p:txBody>
      </p:sp>
      <p:sp>
        <p:nvSpPr>
          <p:cNvPr id="50" name="Shape">
            <a:extLst>
              <a:ext uri="{FF2B5EF4-FFF2-40B4-BE49-F238E27FC236}">
                <a16:creationId xmlns:a16="http://schemas.microsoft.com/office/drawing/2014/main" id="{C3F02CD4-7EA0-3666-41C6-D476A33143D0}"/>
              </a:ext>
            </a:extLst>
          </p:cNvPr>
          <p:cNvSpPr/>
          <p:nvPr userDrawn="1"/>
        </p:nvSpPr>
        <p:spPr>
          <a:xfrm>
            <a:off x="5196963" y="4512598"/>
            <a:ext cx="257999" cy="2567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82" y="982"/>
                </a:moveTo>
                <a:cubicBezTo>
                  <a:pt x="16691" y="982"/>
                  <a:pt x="20618" y="4909"/>
                  <a:pt x="20618" y="9818"/>
                </a:cubicBezTo>
                <a:cubicBezTo>
                  <a:pt x="20618" y="10064"/>
                  <a:pt x="20864" y="10309"/>
                  <a:pt x="21109" y="10309"/>
                </a:cubicBezTo>
                <a:cubicBezTo>
                  <a:pt x="21355" y="10309"/>
                  <a:pt x="21600" y="10064"/>
                  <a:pt x="21600" y="9818"/>
                </a:cubicBezTo>
                <a:cubicBezTo>
                  <a:pt x="21600" y="4418"/>
                  <a:pt x="17182" y="0"/>
                  <a:pt x="11782" y="0"/>
                </a:cubicBezTo>
                <a:cubicBezTo>
                  <a:pt x="11536" y="0"/>
                  <a:pt x="11291" y="245"/>
                  <a:pt x="11291" y="491"/>
                </a:cubicBezTo>
                <a:cubicBezTo>
                  <a:pt x="11291" y="736"/>
                  <a:pt x="11536" y="982"/>
                  <a:pt x="11782" y="982"/>
                </a:cubicBezTo>
                <a:moveTo>
                  <a:pt x="11782" y="5891"/>
                </a:moveTo>
                <a:cubicBezTo>
                  <a:pt x="13991" y="5891"/>
                  <a:pt x="15709" y="7609"/>
                  <a:pt x="15709" y="9818"/>
                </a:cubicBezTo>
                <a:cubicBezTo>
                  <a:pt x="15709" y="10064"/>
                  <a:pt x="15955" y="10309"/>
                  <a:pt x="16200" y="10309"/>
                </a:cubicBezTo>
                <a:cubicBezTo>
                  <a:pt x="16445" y="10309"/>
                  <a:pt x="16691" y="10064"/>
                  <a:pt x="16691" y="9818"/>
                </a:cubicBezTo>
                <a:cubicBezTo>
                  <a:pt x="16691" y="7118"/>
                  <a:pt x="14482" y="4909"/>
                  <a:pt x="11782" y="4909"/>
                </a:cubicBezTo>
                <a:cubicBezTo>
                  <a:pt x="11536" y="4909"/>
                  <a:pt x="11291" y="5155"/>
                  <a:pt x="11291" y="5400"/>
                </a:cubicBezTo>
                <a:cubicBezTo>
                  <a:pt x="11291" y="5645"/>
                  <a:pt x="11536" y="5891"/>
                  <a:pt x="11782" y="5891"/>
                </a:cubicBezTo>
                <a:moveTo>
                  <a:pt x="11782" y="10800"/>
                </a:moveTo>
                <a:cubicBezTo>
                  <a:pt x="12273" y="10800"/>
                  <a:pt x="12764" y="10309"/>
                  <a:pt x="12764" y="9818"/>
                </a:cubicBezTo>
                <a:cubicBezTo>
                  <a:pt x="12764" y="9327"/>
                  <a:pt x="12273" y="8836"/>
                  <a:pt x="11782" y="8836"/>
                </a:cubicBezTo>
                <a:cubicBezTo>
                  <a:pt x="11291" y="8836"/>
                  <a:pt x="10800" y="9327"/>
                  <a:pt x="10800" y="9818"/>
                </a:cubicBezTo>
                <a:cubicBezTo>
                  <a:pt x="10800" y="10309"/>
                  <a:pt x="11291" y="10800"/>
                  <a:pt x="11782" y="10800"/>
                </a:cubicBezTo>
                <a:moveTo>
                  <a:pt x="21600" y="17182"/>
                </a:moveTo>
                <a:cubicBezTo>
                  <a:pt x="21600" y="16814"/>
                  <a:pt x="21477" y="16445"/>
                  <a:pt x="21109" y="16077"/>
                </a:cubicBezTo>
                <a:cubicBezTo>
                  <a:pt x="21109" y="16077"/>
                  <a:pt x="20986" y="15955"/>
                  <a:pt x="20864" y="15955"/>
                </a:cubicBezTo>
                <a:cubicBezTo>
                  <a:pt x="16691" y="12641"/>
                  <a:pt x="16691" y="12641"/>
                  <a:pt x="16691" y="12641"/>
                </a:cubicBezTo>
                <a:cubicBezTo>
                  <a:pt x="16445" y="12395"/>
                  <a:pt x="16077" y="12273"/>
                  <a:pt x="15709" y="12273"/>
                </a:cubicBezTo>
                <a:cubicBezTo>
                  <a:pt x="15341" y="12273"/>
                  <a:pt x="15095" y="12395"/>
                  <a:pt x="14850" y="12518"/>
                </a:cubicBezTo>
                <a:cubicBezTo>
                  <a:pt x="13623" y="13745"/>
                  <a:pt x="13623" y="13745"/>
                  <a:pt x="13623" y="13745"/>
                </a:cubicBezTo>
                <a:cubicBezTo>
                  <a:pt x="13623" y="13745"/>
                  <a:pt x="13623" y="13745"/>
                  <a:pt x="13623" y="13745"/>
                </a:cubicBezTo>
                <a:cubicBezTo>
                  <a:pt x="13500" y="13991"/>
                  <a:pt x="13255" y="14114"/>
                  <a:pt x="12886" y="14114"/>
                </a:cubicBezTo>
                <a:cubicBezTo>
                  <a:pt x="12641" y="14114"/>
                  <a:pt x="12273" y="13868"/>
                  <a:pt x="12150" y="13623"/>
                </a:cubicBezTo>
                <a:cubicBezTo>
                  <a:pt x="12150" y="13623"/>
                  <a:pt x="12150" y="13623"/>
                  <a:pt x="12150" y="13623"/>
                </a:cubicBezTo>
                <a:cubicBezTo>
                  <a:pt x="10555" y="12518"/>
                  <a:pt x="9082" y="11168"/>
                  <a:pt x="7855" y="9450"/>
                </a:cubicBezTo>
                <a:cubicBezTo>
                  <a:pt x="7977" y="9450"/>
                  <a:pt x="7977" y="9450"/>
                  <a:pt x="7977" y="9450"/>
                </a:cubicBezTo>
                <a:cubicBezTo>
                  <a:pt x="7732" y="9327"/>
                  <a:pt x="7486" y="8959"/>
                  <a:pt x="7486" y="8714"/>
                </a:cubicBezTo>
                <a:cubicBezTo>
                  <a:pt x="7486" y="8345"/>
                  <a:pt x="7609" y="8100"/>
                  <a:pt x="7855" y="7977"/>
                </a:cubicBezTo>
                <a:cubicBezTo>
                  <a:pt x="7855" y="7977"/>
                  <a:pt x="7855" y="7977"/>
                  <a:pt x="7855" y="7977"/>
                </a:cubicBezTo>
                <a:cubicBezTo>
                  <a:pt x="8959" y="6750"/>
                  <a:pt x="8959" y="6750"/>
                  <a:pt x="8959" y="6750"/>
                </a:cubicBezTo>
                <a:cubicBezTo>
                  <a:pt x="9205" y="6505"/>
                  <a:pt x="9327" y="6259"/>
                  <a:pt x="9327" y="5891"/>
                </a:cubicBezTo>
                <a:cubicBezTo>
                  <a:pt x="9327" y="5523"/>
                  <a:pt x="9205" y="5155"/>
                  <a:pt x="8836" y="4909"/>
                </a:cubicBezTo>
                <a:cubicBezTo>
                  <a:pt x="5645" y="736"/>
                  <a:pt x="5645" y="736"/>
                  <a:pt x="5645" y="736"/>
                </a:cubicBezTo>
                <a:cubicBezTo>
                  <a:pt x="5645" y="614"/>
                  <a:pt x="5523" y="491"/>
                  <a:pt x="5400" y="491"/>
                </a:cubicBezTo>
                <a:cubicBezTo>
                  <a:pt x="5155" y="123"/>
                  <a:pt x="4786" y="0"/>
                  <a:pt x="4418" y="0"/>
                </a:cubicBezTo>
                <a:cubicBezTo>
                  <a:pt x="2455" y="0"/>
                  <a:pt x="0" y="2332"/>
                  <a:pt x="0" y="5155"/>
                </a:cubicBezTo>
                <a:cubicBezTo>
                  <a:pt x="0" y="5891"/>
                  <a:pt x="123" y="6627"/>
                  <a:pt x="491" y="7364"/>
                </a:cubicBezTo>
                <a:cubicBezTo>
                  <a:pt x="491" y="7364"/>
                  <a:pt x="491" y="7364"/>
                  <a:pt x="491" y="7364"/>
                </a:cubicBezTo>
                <a:cubicBezTo>
                  <a:pt x="3436" y="13255"/>
                  <a:pt x="8345" y="18164"/>
                  <a:pt x="14236" y="21109"/>
                </a:cubicBezTo>
                <a:cubicBezTo>
                  <a:pt x="14236" y="21109"/>
                  <a:pt x="14236" y="21109"/>
                  <a:pt x="14236" y="21109"/>
                </a:cubicBezTo>
                <a:cubicBezTo>
                  <a:pt x="14850" y="21477"/>
                  <a:pt x="15709" y="21600"/>
                  <a:pt x="16445" y="21600"/>
                </a:cubicBezTo>
                <a:cubicBezTo>
                  <a:pt x="19268" y="21600"/>
                  <a:pt x="21600" y="19145"/>
                  <a:pt x="21600" y="17182"/>
                </a:cubicBezTo>
                <a:cubicBezTo>
                  <a:pt x="21600" y="17182"/>
                  <a:pt x="21600" y="17182"/>
                  <a:pt x="21600" y="17182"/>
                </a:cubicBezTo>
                <a:close/>
                <a:moveTo>
                  <a:pt x="16445" y="20618"/>
                </a:moveTo>
                <a:cubicBezTo>
                  <a:pt x="15832" y="20618"/>
                  <a:pt x="15218" y="20495"/>
                  <a:pt x="14605" y="20250"/>
                </a:cubicBezTo>
                <a:cubicBezTo>
                  <a:pt x="14605" y="20250"/>
                  <a:pt x="14605" y="20127"/>
                  <a:pt x="14482" y="20127"/>
                </a:cubicBezTo>
                <a:cubicBezTo>
                  <a:pt x="8959" y="17305"/>
                  <a:pt x="4295" y="12641"/>
                  <a:pt x="1473" y="7118"/>
                </a:cubicBezTo>
                <a:cubicBezTo>
                  <a:pt x="1473" y="6995"/>
                  <a:pt x="1350" y="6995"/>
                  <a:pt x="1350" y="6995"/>
                </a:cubicBezTo>
                <a:cubicBezTo>
                  <a:pt x="1105" y="6382"/>
                  <a:pt x="982" y="5768"/>
                  <a:pt x="982" y="5155"/>
                </a:cubicBezTo>
                <a:cubicBezTo>
                  <a:pt x="982" y="2823"/>
                  <a:pt x="3068" y="982"/>
                  <a:pt x="4418" y="982"/>
                </a:cubicBezTo>
                <a:cubicBezTo>
                  <a:pt x="4541" y="982"/>
                  <a:pt x="4664" y="1105"/>
                  <a:pt x="4786" y="1105"/>
                </a:cubicBezTo>
                <a:cubicBezTo>
                  <a:pt x="4786" y="1105"/>
                  <a:pt x="4786" y="1105"/>
                  <a:pt x="4786" y="1227"/>
                </a:cubicBezTo>
                <a:cubicBezTo>
                  <a:pt x="4786" y="1227"/>
                  <a:pt x="4909" y="1227"/>
                  <a:pt x="4909" y="1350"/>
                </a:cubicBezTo>
                <a:cubicBezTo>
                  <a:pt x="8100" y="5400"/>
                  <a:pt x="8100" y="5400"/>
                  <a:pt x="8100" y="5400"/>
                </a:cubicBezTo>
                <a:cubicBezTo>
                  <a:pt x="8100" y="5523"/>
                  <a:pt x="8223" y="5523"/>
                  <a:pt x="8223" y="5523"/>
                </a:cubicBezTo>
                <a:cubicBezTo>
                  <a:pt x="8223" y="5645"/>
                  <a:pt x="8345" y="5768"/>
                  <a:pt x="8345" y="5891"/>
                </a:cubicBezTo>
                <a:cubicBezTo>
                  <a:pt x="8345" y="6014"/>
                  <a:pt x="8345" y="6014"/>
                  <a:pt x="8223" y="6136"/>
                </a:cubicBezTo>
                <a:cubicBezTo>
                  <a:pt x="7118" y="7241"/>
                  <a:pt x="7118" y="7241"/>
                  <a:pt x="7118" y="7241"/>
                </a:cubicBezTo>
                <a:cubicBezTo>
                  <a:pt x="7118" y="7241"/>
                  <a:pt x="7118" y="7241"/>
                  <a:pt x="7118" y="7241"/>
                </a:cubicBezTo>
                <a:cubicBezTo>
                  <a:pt x="6750" y="7609"/>
                  <a:pt x="6505" y="8100"/>
                  <a:pt x="6505" y="8714"/>
                </a:cubicBezTo>
                <a:cubicBezTo>
                  <a:pt x="6505" y="9205"/>
                  <a:pt x="6750" y="9695"/>
                  <a:pt x="7118" y="10064"/>
                </a:cubicBezTo>
                <a:cubicBezTo>
                  <a:pt x="7118" y="10064"/>
                  <a:pt x="7118" y="10064"/>
                  <a:pt x="7118" y="10064"/>
                </a:cubicBezTo>
                <a:cubicBezTo>
                  <a:pt x="8345" y="11782"/>
                  <a:pt x="9818" y="13255"/>
                  <a:pt x="11536" y="14482"/>
                </a:cubicBezTo>
                <a:cubicBezTo>
                  <a:pt x="11536" y="14482"/>
                  <a:pt x="11536" y="14482"/>
                  <a:pt x="11536" y="14482"/>
                </a:cubicBezTo>
                <a:cubicBezTo>
                  <a:pt x="11905" y="14850"/>
                  <a:pt x="12395" y="15095"/>
                  <a:pt x="12886" y="15095"/>
                </a:cubicBezTo>
                <a:cubicBezTo>
                  <a:pt x="13377" y="15095"/>
                  <a:pt x="13868" y="14850"/>
                  <a:pt x="14236" y="14482"/>
                </a:cubicBezTo>
                <a:cubicBezTo>
                  <a:pt x="14359" y="14482"/>
                  <a:pt x="14359" y="14482"/>
                  <a:pt x="14359" y="14482"/>
                </a:cubicBezTo>
                <a:cubicBezTo>
                  <a:pt x="15464" y="13377"/>
                  <a:pt x="15464" y="13377"/>
                  <a:pt x="15464" y="13377"/>
                </a:cubicBezTo>
                <a:cubicBezTo>
                  <a:pt x="15586" y="13255"/>
                  <a:pt x="15586" y="13255"/>
                  <a:pt x="15709" y="13255"/>
                </a:cubicBezTo>
                <a:cubicBezTo>
                  <a:pt x="15832" y="13255"/>
                  <a:pt x="15955" y="13377"/>
                  <a:pt x="16077" y="13377"/>
                </a:cubicBezTo>
                <a:cubicBezTo>
                  <a:pt x="16077" y="13377"/>
                  <a:pt x="16077" y="13500"/>
                  <a:pt x="16077" y="13500"/>
                </a:cubicBezTo>
                <a:cubicBezTo>
                  <a:pt x="20250" y="16691"/>
                  <a:pt x="20250" y="16691"/>
                  <a:pt x="20250" y="16691"/>
                </a:cubicBezTo>
                <a:cubicBezTo>
                  <a:pt x="20373" y="16691"/>
                  <a:pt x="20373" y="16691"/>
                  <a:pt x="20373" y="16814"/>
                </a:cubicBezTo>
                <a:cubicBezTo>
                  <a:pt x="20373" y="16814"/>
                  <a:pt x="20495" y="16814"/>
                  <a:pt x="20495" y="16814"/>
                </a:cubicBezTo>
                <a:cubicBezTo>
                  <a:pt x="20495" y="16936"/>
                  <a:pt x="20618" y="16936"/>
                  <a:pt x="20618" y="17182"/>
                </a:cubicBezTo>
                <a:cubicBezTo>
                  <a:pt x="20618" y="17182"/>
                  <a:pt x="20618" y="17182"/>
                  <a:pt x="20618" y="17305"/>
                </a:cubicBezTo>
                <a:cubicBezTo>
                  <a:pt x="20495" y="18655"/>
                  <a:pt x="18777" y="20618"/>
                  <a:pt x="16445" y="20618"/>
                </a:cubicBezTo>
              </a:path>
            </a:pathLst>
          </a:custGeom>
          <a:solidFill>
            <a:srgbClr val="CD172D"/>
          </a:solidFill>
          <a:ln w="12700">
            <a:noFill/>
            <a:miter lim="400000"/>
          </a:ln>
        </p:spPr>
        <p:txBody>
          <a:bodyPr lIns="45719" rIns="45719"/>
          <a:lstStyle/>
          <a:p>
            <a:endParaRPr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51" name="Shape">
            <a:extLst>
              <a:ext uri="{FF2B5EF4-FFF2-40B4-BE49-F238E27FC236}">
                <a16:creationId xmlns:a16="http://schemas.microsoft.com/office/drawing/2014/main" id="{CD9C7A22-43B9-BD86-E57C-8FB879BB406E}"/>
              </a:ext>
            </a:extLst>
          </p:cNvPr>
          <p:cNvSpPr/>
          <p:nvPr userDrawn="1"/>
        </p:nvSpPr>
        <p:spPr>
          <a:xfrm>
            <a:off x="5196963" y="3702717"/>
            <a:ext cx="239914" cy="3309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4894" y="0"/>
                  <a:pt x="0" y="3559"/>
                  <a:pt x="0" y="7855"/>
                </a:cubicBezTo>
                <a:cubicBezTo>
                  <a:pt x="0" y="14236"/>
                  <a:pt x="10800" y="21600"/>
                  <a:pt x="10800" y="21600"/>
                </a:cubicBezTo>
                <a:cubicBezTo>
                  <a:pt x="10800" y="21600"/>
                  <a:pt x="21600" y="14236"/>
                  <a:pt x="21600" y="7855"/>
                </a:cubicBezTo>
                <a:cubicBezTo>
                  <a:pt x="21600" y="3559"/>
                  <a:pt x="16706" y="0"/>
                  <a:pt x="10800" y="0"/>
                </a:cubicBezTo>
                <a:moveTo>
                  <a:pt x="10800" y="20127"/>
                </a:moveTo>
                <a:cubicBezTo>
                  <a:pt x="10800" y="20127"/>
                  <a:pt x="1350" y="13745"/>
                  <a:pt x="1350" y="7855"/>
                </a:cubicBezTo>
                <a:cubicBezTo>
                  <a:pt x="1350" y="4050"/>
                  <a:pt x="5569" y="982"/>
                  <a:pt x="10800" y="982"/>
                </a:cubicBezTo>
                <a:cubicBezTo>
                  <a:pt x="16031" y="982"/>
                  <a:pt x="20250" y="4050"/>
                  <a:pt x="20250" y="7855"/>
                </a:cubicBezTo>
                <a:cubicBezTo>
                  <a:pt x="20250" y="13745"/>
                  <a:pt x="10800" y="20127"/>
                  <a:pt x="10800" y="20127"/>
                </a:cubicBezTo>
                <a:moveTo>
                  <a:pt x="10800" y="3927"/>
                </a:moveTo>
                <a:cubicBezTo>
                  <a:pt x="7762" y="3927"/>
                  <a:pt x="5400" y="5645"/>
                  <a:pt x="5400" y="7855"/>
                </a:cubicBezTo>
                <a:cubicBezTo>
                  <a:pt x="5400" y="10064"/>
                  <a:pt x="7762" y="11782"/>
                  <a:pt x="10800" y="11782"/>
                </a:cubicBezTo>
                <a:cubicBezTo>
                  <a:pt x="13837" y="11782"/>
                  <a:pt x="16200" y="10064"/>
                  <a:pt x="16200" y="7855"/>
                </a:cubicBezTo>
                <a:cubicBezTo>
                  <a:pt x="16200" y="5645"/>
                  <a:pt x="13837" y="3927"/>
                  <a:pt x="10800" y="3927"/>
                </a:cubicBezTo>
                <a:moveTo>
                  <a:pt x="10800" y="10800"/>
                </a:moveTo>
                <a:cubicBezTo>
                  <a:pt x="8606" y="10800"/>
                  <a:pt x="6750" y="9450"/>
                  <a:pt x="6750" y="7855"/>
                </a:cubicBezTo>
                <a:cubicBezTo>
                  <a:pt x="6750" y="6259"/>
                  <a:pt x="8606" y="4909"/>
                  <a:pt x="10800" y="4909"/>
                </a:cubicBezTo>
                <a:cubicBezTo>
                  <a:pt x="12994" y="4909"/>
                  <a:pt x="14850" y="6259"/>
                  <a:pt x="14850" y="7855"/>
                </a:cubicBezTo>
                <a:cubicBezTo>
                  <a:pt x="14850" y="9450"/>
                  <a:pt x="12994" y="10800"/>
                  <a:pt x="10800" y="10800"/>
                </a:cubicBezTo>
              </a:path>
            </a:pathLst>
          </a:custGeom>
          <a:solidFill>
            <a:srgbClr val="CD172D"/>
          </a:solidFill>
          <a:ln w="12700">
            <a:noFill/>
            <a:miter lim="400000"/>
          </a:ln>
        </p:spPr>
        <p:txBody>
          <a:bodyPr lIns="45719" rIns="45719"/>
          <a:lstStyle/>
          <a:p>
            <a:endParaRPr dirty="0">
              <a:latin typeface="+mj-lt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1EBDAAD-E34F-BCE5-F183-405F3668FCA5}"/>
              </a:ext>
            </a:extLst>
          </p:cNvPr>
          <p:cNvSpPr txBox="1"/>
          <p:nvPr userDrawn="1"/>
        </p:nvSpPr>
        <p:spPr>
          <a:xfrm>
            <a:off x="9006554" y="3531132"/>
            <a:ext cx="1655351" cy="343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rPr>
              <a:t>www.openit.com</a:t>
            </a:r>
          </a:p>
        </p:txBody>
      </p:sp>
      <p:sp>
        <p:nvSpPr>
          <p:cNvPr id="53" name="Shape">
            <a:extLst>
              <a:ext uri="{FF2B5EF4-FFF2-40B4-BE49-F238E27FC236}">
                <a16:creationId xmlns:a16="http://schemas.microsoft.com/office/drawing/2014/main" id="{5AD4E0F7-0FCB-3AB0-4FE3-9FCF8B4AF827}"/>
              </a:ext>
            </a:extLst>
          </p:cNvPr>
          <p:cNvSpPr/>
          <p:nvPr userDrawn="1"/>
        </p:nvSpPr>
        <p:spPr>
          <a:xfrm>
            <a:off x="8624311" y="3613779"/>
            <a:ext cx="255059" cy="2557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4786" y="0"/>
                  <a:pt x="0" y="4786"/>
                  <a:pt x="0" y="10800"/>
                </a:cubicBezTo>
                <a:cubicBezTo>
                  <a:pt x="0" y="16814"/>
                  <a:pt x="4786" y="21600"/>
                  <a:pt x="10800" y="21600"/>
                </a:cubicBezTo>
                <a:cubicBezTo>
                  <a:pt x="16814" y="21600"/>
                  <a:pt x="21600" y="16814"/>
                  <a:pt x="21600" y="10800"/>
                </a:cubicBezTo>
                <a:cubicBezTo>
                  <a:pt x="21600" y="4786"/>
                  <a:pt x="16814" y="0"/>
                  <a:pt x="10800" y="0"/>
                </a:cubicBezTo>
                <a:moveTo>
                  <a:pt x="7855" y="1473"/>
                </a:moveTo>
                <a:cubicBezTo>
                  <a:pt x="7732" y="1595"/>
                  <a:pt x="7486" y="1841"/>
                  <a:pt x="7241" y="2209"/>
                </a:cubicBezTo>
                <a:cubicBezTo>
                  <a:pt x="7241" y="2209"/>
                  <a:pt x="7241" y="2209"/>
                  <a:pt x="7241" y="2209"/>
                </a:cubicBezTo>
                <a:cubicBezTo>
                  <a:pt x="6873" y="2823"/>
                  <a:pt x="6505" y="3436"/>
                  <a:pt x="6136" y="4173"/>
                </a:cubicBezTo>
                <a:cubicBezTo>
                  <a:pt x="6136" y="4173"/>
                  <a:pt x="6136" y="4173"/>
                  <a:pt x="6136" y="4173"/>
                </a:cubicBezTo>
                <a:cubicBezTo>
                  <a:pt x="6136" y="4295"/>
                  <a:pt x="6136" y="4295"/>
                  <a:pt x="6136" y="4418"/>
                </a:cubicBezTo>
                <a:cubicBezTo>
                  <a:pt x="5523" y="4050"/>
                  <a:pt x="4909" y="3682"/>
                  <a:pt x="4418" y="3314"/>
                </a:cubicBezTo>
                <a:cubicBezTo>
                  <a:pt x="5400" y="2455"/>
                  <a:pt x="6627" y="1841"/>
                  <a:pt x="7855" y="1473"/>
                </a:cubicBezTo>
                <a:moveTo>
                  <a:pt x="3805" y="3927"/>
                </a:moveTo>
                <a:cubicBezTo>
                  <a:pt x="4295" y="4418"/>
                  <a:pt x="5032" y="4909"/>
                  <a:pt x="5768" y="5277"/>
                </a:cubicBezTo>
                <a:cubicBezTo>
                  <a:pt x="5768" y="5277"/>
                  <a:pt x="5768" y="5400"/>
                  <a:pt x="5645" y="5400"/>
                </a:cubicBezTo>
                <a:cubicBezTo>
                  <a:pt x="5523" y="6136"/>
                  <a:pt x="5277" y="6995"/>
                  <a:pt x="5155" y="7732"/>
                </a:cubicBezTo>
                <a:cubicBezTo>
                  <a:pt x="5155" y="7855"/>
                  <a:pt x="5155" y="7977"/>
                  <a:pt x="5155" y="8100"/>
                </a:cubicBezTo>
                <a:cubicBezTo>
                  <a:pt x="5032" y="8468"/>
                  <a:pt x="5032" y="8714"/>
                  <a:pt x="5032" y="9082"/>
                </a:cubicBezTo>
                <a:cubicBezTo>
                  <a:pt x="5032" y="9205"/>
                  <a:pt x="4909" y="9327"/>
                  <a:pt x="4909" y="9450"/>
                </a:cubicBezTo>
                <a:cubicBezTo>
                  <a:pt x="4909" y="9695"/>
                  <a:pt x="4909" y="10064"/>
                  <a:pt x="4909" y="10309"/>
                </a:cubicBezTo>
                <a:cubicBezTo>
                  <a:pt x="982" y="10309"/>
                  <a:pt x="982" y="10309"/>
                  <a:pt x="982" y="10309"/>
                </a:cubicBezTo>
                <a:cubicBezTo>
                  <a:pt x="1105" y="7855"/>
                  <a:pt x="2209" y="5645"/>
                  <a:pt x="3805" y="3927"/>
                </a:cubicBezTo>
                <a:moveTo>
                  <a:pt x="982" y="11291"/>
                </a:moveTo>
                <a:cubicBezTo>
                  <a:pt x="4909" y="11291"/>
                  <a:pt x="4909" y="11291"/>
                  <a:pt x="4909" y="11291"/>
                </a:cubicBezTo>
                <a:cubicBezTo>
                  <a:pt x="4909" y="11536"/>
                  <a:pt x="4909" y="11905"/>
                  <a:pt x="4909" y="12150"/>
                </a:cubicBezTo>
                <a:cubicBezTo>
                  <a:pt x="4909" y="12273"/>
                  <a:pt x="5032" y="12395"/>
                  <a:pt x="5032" y="12518"/>
                </a:cubicBezTo>
                <a:cubicBezTo>
                  <a:pt x="5032" y="12886"/>
                  <a:pt x="5032" y="13132"/>
                  <a:pt x="5155" y="13500"/>
                </a:cubicBezTo>
                <a:cubicBezTo>
                  <a:pt x="5155" y="13623"/>
                  <a:pt x="5155" y="13745"/>
                  <a:pt x="5155" y="13868"/>
                </a:cubicBezTo>
                <a:cubicBezTo>
                  <a:pt x="5277" y="14605"/>
                  <a:pt x="5523" y="15464"/>
                  <a:pt x="5645" y="16200"/>
                </a:cubicBezTo>
                <a:cubicBezTo>
                  <a:pt x="5768" y="16200"/>
                  <a:pt x="5768" y="16323"/>
                  <a:pt x="5768" y="16323"/>
                </a:cubicBezTo>
                <a:cubicBezTo>
                  <a:pt x="5032" y="16691"/>
                  <a:pt x="4295" y="17182"/>
                  <a:pt x="3805" y="17673"/>
                </a:cubicBezTo>
                <a:cubicBezTo>
                  <a:pt x="2209" y="15955"/>
                  <a:pt x="1105" y="13745"/>
                  <a:pt x="982" y="11291"/>
                </a:cubicBezTo>
                <a:moveTo>
                  <a:pt x="4418" y="18286"/>
                </a:moveTo>
                <a:cubicBezTo>
                  <a:pt x="4909" y="17918"/>
                  <a:pt x="5523" y="17550"/>
                  <a:pt x="6136" y="17182"/>
                </a:cubicBezTo>
                <a:cubicBezTo>
                  <a:pt x="6136" y="17305"/>
                  <a:pt x="6136" y="17305"/>
                  <a:pt x="6136" y="17427"/>
                </a:cubicBezTo>
                <a:cubicBezTo>
                  <a:pt x="6136" y="17427"/>
                  <a:pt x="6136" y="17427"/>
                  <a:pt x="6136" y="17427"/>
                </a:cubicBezTo>
                <a:cubicBezTo>
                  <a:pt x="6505" y="18164"/>
                  <a:pt x="6873" y="18777"/>
                  <a:pt x="7241" y="19391"/>
                </a:cubicBezTo>
                <a:cubicBezTo>
                  <a:pt x="7241" y="19391"/>
                  <a:pt x="7241" y="19391"/>
                  <a:pt x="7241" y="19391"/>
                </a:cubicBezTo>
                <a:cubicBezTo>
                  <a:pt x="7486" y="19759"/>
                  <a:pt x="7732" y="20005"/>
                  <a:pt x="7855" y="20127"/>
                </a:cubicBezTo>
                <a:cubicBezTo>
                  <a:pt x="6627" y="19759"/>
                  <a:pt x="5400" y="19145"/>
                  <a:pt x="4418" y="18286"/>
                </a:cubicBezTo>
                <a:moveTo>
                  <a:pt x="10309" y="20618"/>
                </a:moveTo>
                <a:cubicBezTo>
                  <a:pt x="8959" y="20250"/>
                  <a:pt x="7732" y="18900"/>
                  <a:pt x="6995" y="16814"/>
                </a:cubicBezTo>
                <a:cubicBezTo>
                  <a:pt x="7977" y="16445"/>
                  <a:pt x="9082" y="16323"/>
                  <a:pt x="10309" y="16200"/>
                </a:cubicBezTo>
                <a:lnTo>
                  <a:pt x="10309" y="20618"/>
                </a:lnTo>
                <a:close/>
                <a:moveTo>
                  <a:pt x="10309" y="15218"/>
                </a:moveTo>
                <a:cubicBezTo>
                  <a:pt x="8959" y="15341"/>
                  <a:pt x="7732" y="15586"/>
                  <a:pt x="6627" y="15955"/>
                </a:cubicBezTo>
                <a:cubicBezTo>
                  <a:pt x="6259" y="14605"/>
                  <a:pt x="5891" y="13009"/>
                  <a:pt x="5891" y="11291"/>
                </a:cubicBezTo>
                <a:cubicBezTo>
                  <a:pt x="10309" y="11291"/>
                  <a:pt x="10309" y="11291"/>
                  <a:pt x="10309" y="11291"/>
                </a:cubicBezTo>
                <a:lnTo>
                  <a:pt x="10309" y="15218"/>
                </a:lnTo>
                <a:close/>
                <a:moveTo>
                  <a:pt x="10309" y="10309"/>
                </a:moveTo>
                <a:cubicBezTo>
                  <a:pt x="5891" y="10309"/>
                  <a:pt x="5891" y="10309"/>
                  <a:pt x="5891" y="10309"/>
                </a:cubicBezTo>
                <a:cubicBezTo>
                  <a:pt x="5891" y="8591"/>
                  <a:pt x="6259" y="6995"/>
                  <a:pt x="6627" y="5645"/>
                </a:cubicBezTo>
                <a:cubicBezTo>
                  <a:pt x="7732" y="6014"/>
                  <a:pt x="8959" y="6259"/>
                  <a:pt x="10309" y="6382"/>
                </a:cubicBezTo>
                <a:lnTo>
                  <a:pt x="10309" y="10309"/>
                </a:lnTo>
                <a:close/>
                <a:moveTo>
                  <a:pt x="10309" y="5400"/>
                </a:moveTo>
                <a:cubicBezTo>
                  <a:pt x="9082" y="5277"/>
                  <a:pt x="7977" y="5155"/>
                  <a:pt x="6995" y="4786"/>
                </a:cubicBezTo>
                <a:cubicBezTo>
                  <a:pt x="7732" y="2700"/>
                  <a:pt x="8959" y="1350"/>
                  <a:pt x="10309" y="982"/>
                </a:cubicBezTo>
                <a:lnTo>
                  <a:pt x="10309" y="5400"/>
                </a:lnTo>
                <a:close/>
                <a:moveTo>
                  <a:pt x="20618" y="10309"/>
                </a:moveTo>
                <a:cubicBezTo>
                  <a:pt x="16691" y="10309"/>
                  <a:pt x="16691" y="10309"/>
                  <a:pt x="16691" y="10309"/>
                </a:cubicBezTo>
                <a:cubicBezTo>
                  <a:pt x="16691" y="10064"/>
                  <a:pt x="16691" y="9695"/>
                  <a:pt x="16691" y="9450"/>
                </a:cubicBezTo>
                <a:cubicBezTo>
                  <a:pt x="16691" y="9327"/>
                  <a:pt x="16568" y="9205"/>
                  <a:pt x="16568" y="9082"/>
                </a:cubicBezTo>
                <a:cubicBezTo>
                  <a:pt x="16568" y="8714"/>
                  <a:pt x="16568" y="8468"/>
                  <a:pt x="16445" y="8100"/>
                </a:cubicBezTo>
                <a:cubicBezTo>
                  <a:pt x="16445" y="7977"/>
                  <a:pt x="16445" y="7855"/>
                  <a:pt x="16445" y="7732"/>
                </a:cubicBezTo>
                <a:cubicBezTo>
                  <a:pt x="16323" y="6995"/>
                  <a:pt x="16077" y="6136"/>
                  <a:pt x="15955" y="5400"/>
                </a:cubicBezTo>
                <a:cubicBezTo>
                  <a:pt x="15832" y="5400"/>
                  <a:pt x="15832" y="5277"/>
                  <a:pt x="15832" y="5277"/>
                </a:cubicBezTo>
                <a:cubicBezTo>
                  <a:pt x="16568" y="4909"/>
                  <a:pt x="17305" y="4418"/>
                  <a:pt x="17795" y="3927"/>
                </a:cubicBezTo>
                <a:cubicBezTo>
                  <a:pt x="19391" y="5645"/>
                  <a:pt x="20495" y="7855"/>
                  <a:pt x="20618" y="10309"/>
                </a:cubicBezTo>
                <a:moveTo>
                  <a:pt x="17182" y="3314"/>
                </a:moveTo>
                <a:cubicBezTo>
                  <a:pt x="16691" y="3682"/>
                  <a:pt x="16077" y="4050"/>
                  <a:pt x="15464" y="4418"/>
                </a:cubicBezTo>
                <a:cubicBezTo>
                  <a:pt x="15464" y="4295"/>
                  <a:pt x="15464" y="4295"/>
                  <a:pt x="15464" y="4173"/>
                </a:cubicBezTo>
                <a:cubicBezTo>
                  <a:pt x="15464" y="4173"/>
                  <a:pt x="15464" y="4173"/>
                  <a:pt x="15464" y="4173"/>
                </a:cubicBezTo>
                <a:cubicBezTo>
                  <a:pt x="15095" y="3436"/>
                  <a:pt x="14727" y="2823"/>
                  <a:pt x="14359" y="2209"/>
                </a:cubicBezTo>
                <a:cubicBezTo>
                  <a:pt x="14359" y="2209"/>
                  <a:pt x="14359" y="2209"/>
                  <a:pt x="14359" y="2209"/>
                </a:cubicBezTo>
                <a:cubicBezTo>
                  <a:pt x="14114" y="1841"/>
                  <a:pt x="13868" y="1595"/>
                  <a:pt x="13745" y="1473"/>
                </a:cubicBezTo>
                <a:cubicBezTo>
                  <a:pt x="14973" y="1841"/>
                  <a:pt x="16200" y="2455"/>
                  <a:pt x="17182" y="3314"/>
                </a:cubicBezTo>
                <a:moveTo>
                  <a:pt x="11291" y="982"/>
                </a:moveTo>
                <a:cubicBezTo>
                  <a:pt x="12641" y="1350"/>
                  <a:pt x="13868" y="2700"/>
                  <a:pt x="14605" y="4786"/>
                </a:cubicBezTo>
                <a:cubicBezTo>
                  <a:pt x="13623" y="5155"/>
                  <a:pt x="12518" y="5277"/>
                  <a:pt x="11291" y="5400"/>
                </a:cubicBezTo>
                <a:lnTo>
                  <a:pt x="11291" y="982"/>
                </a:lnTo>
                <a:close/>
                <a:moveTo>
                  <a:pt x="11291" y="6382"/>
                </a:moveTo>
                <a:cubicBezTo>
                  <a:pt x="12641" y="6259"/>
                  <a:pt x="13868" y="6014"/>
                  <a:pt x="14973" y="5645"/>
                </a:cubicBezTo>
                <a:cubicBezTo>
                  <a:pt x="15341" y="6995"/>
                  <a:pt x="15709" y="8591"/>
                  <a:pt x="15709" y="10309"/>
                </a:cubicBezTo>
                <a:cubicBezTo>
                  <a:pt x="11291" y="10309"/>
                  <a:pt x="11291" y="10309"/>
                  <a:pt x="11291" y="10309"/>
                </a:cubicBezTo>
                <a:lnTo>
                  <a:pt x="11291" y="6382"/>
                </a:lnTo>
                <a:close/>
                <a:moveTo>
                  <a:pt x="11291" y="11291"/>
                </a:moveTo>
                <a:cubicBezTo>
                  <a:pt x="15709" y="11291"/>
                  <a:pt x="15709" y="11291"/>
                  <a:pt x="15709" y="11291"/>
                </a:cubicBezTo>
                <a:cubicBezTo>
                  <a:pt x="15709" y="13009"/>
                  <a:pt x="15341" y="14605"/>
                  <a:pt x="14973" y="15955"/>
                </a:cubicBezTo>
                <a:cubicBezTo>
                  <a:pt x="13868" y="15586"/>
                  <a:pt x="12641" y="15341"/>
                  <a:pt x="11291" y="15218"/>
                </a:cubicBezTo>
                <a:lnTo>
                  <a:pt x="11291" y="11291"/>
                </a:lnTo>
                <a:close/>
                <a:moveTo>
                  <a:pt x="11291" y="20618"/>
                </a:moveTo>
                <a:cubicBezTo>
                  <a:pt x="11291" y="16200"/>
                  <a:pt x="11291" y="16200"/>
                  <a:pt x="11291" y="16200"/>
                </a:cubicBezTo>
                <a:cubicBezTo>
                  <a:pt x="12518" y="16323"/>
                  <a:pt x="13623" y="16445"/>
                  <a:pt x="14605" y="16814"/>
                </a:cubicBezTo>
                <a:cubicBezTo>
                  <a:pt x="13868" y="18900"/>
                  <a:pt x="12641" y="20250"/>
                  <a:pt x="11291" y="20618"/>
                </a:cubicBezTo>
                <a:moveTo>
                  <a:pt x="13745" y="20127"/>
                </a:moveTo>
                <a:cubicBezTo>
                  <a:pt x="13868" y="20005"/>
                  <a:pt x="14114" y="19759"/>
                  <a:pt x="14359" y="19391"/>
                </a:cubicBezTo>
                <a:cubicBezTo>
                  <a:pt x="14359" y="19391"/>
                  <a:pt x="14359" y="19391"/>
                  <a:pt x="14359" y="19391"/>
                </a:cubicBezTo>
                <a:cubicBezTo>
                  <a:pt x="14727" y="18777"/>
                  <a:pt x="15095" y="18164"/>
                  <a:pt x="15464" y="17427"/>
                </a:cubicBezTo>
                <a:cubicBezTo>
                  <a:pt x="15464" y="17427"/>
                  <a:pt x="15464" y="17427"/>
                  <a:pt x="15464" y="17427"/>
                </a:cubicBezTo>
                <a:cubicBezTo>
                  <a:pt x="15464" y="17305"/>
                  <a:pt x="15464" y="17305"/>
                  <a:pt x="15464" y="17182"/>
                </a:cubicBezTo>
                <a:cubicBezTo>
                  <a:pt x="16077" y="17550"/>
                  <a:pt x="16691" y="17918"/>
                  <a:pt x="17182" y="18286"/>
                </a:cubicBezTo>
                <a:cubicBezTo>
                  <a:pt x="16200" y="19145"/>
                  <a:pt x="14973" y="19759"/>
                  <a:pt x="13745" y="20127"/>
                </a:cubicBezTo>
                <a:moveTo>
                  <a:pt x="17795" y="17673"/>
                </a:moveTo>
                <a:cubicBezTo>
                  <a:pt x="17305" y="17182"/>
                  <a:pt x="16568" y="16691"/>
                  <a:pt x="15832" y="16323"/>
                </a:cubicBezTo>
                <a:cubicBezTo>
                  <a:pt x="15832" y="16323"/>
                  <a:pt x="15832" y="16200"/>
                  <a:pt x="15955" y="16200"/>
                </a:cubicBezTo>
                <a:cubicBezTo>
                  <a:pt x="16077" y="15464"/>
                  <a:pt x="16323" y="14605"/>
                  <a:pt x="16445" y="13868"/>
                </a:cubicBezTo>
                <a:cubicBezTo>
                  <a:pt x="16445" y="13745"/>
                  <a:pt x="16445" y="13623"/>
                  <a:pt x="16445" y="13500"/>
                </a:cubicBezTo>
                <a:cubicBezTo>
                  <a:pt x="16568" y="13132"/>
                  <a:pt x="16568" y="12886"/>
                  <a:pt x="16568" y="12518"/>
                </a:cubicBezTo>
                <a:cubicBezTo>
                  <a:pt x="16568" y="12395"/>
                  <a:pt x="16691" y="12273"/>
                  <a:pt x="16691" y="12150"/>
                </a:cubicBezTo>
                <a:cubicBezTo>
                  <a:pt x="16691" y="11905"/>
                  <a:pt x="16691" y="11536"/>
                  <a:pt x="16691" y="11291"/>
                </a:cubicBezTo>
                <a:cubicBezTo>
                  <a:pt x="20618" y="11291"/>
                  <a:pt x="20618" y="11291"/>
                  <a:pt x="20618" y="11291"/>
                </a:cubicBezTo>
                <a:cubicBezTo>
                  <a:pt x="20495" y="13745"/>
                  <a:pt x="19391" y="15955"/>
                  <a:pt x="17795" y="17673"/>
                </a:cubicBezTo>
              </a:path>
            </a:pathLst>
          </a:custGeom>
          <a:solidFill>
            <a:srgbClr val="CD172D"/>
          </a:solidFill>
          <a:ln w="12700">
            <a:noFill/>
            <a:miter lim="400000"/>
          </a:ln>
        </p:spPr>
        <p:txBody>
          <a:bodyPr lIns="45719" rIns="45719"/>
          <a:lstStyle/>
          <a:p>
            <a:endParaRPr sz="1200" dirty="0">
              <a:solidFill>
                <a:srgbClr val="CD172D"/>
              </a:solidFill>
              <a:latin typeface="+mj-lt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13E0BD8-1F06-A963-94E9-74F7B917D9C2}"/>
              </a:ext>
            </a:extLst>
          </p:cNvPr>
          <p:cNvSpPr txBox="1"/>
          <p:nvPr userDrawn="1"/>
        </p:nvSpPr>
        <p:spPr>
          <a:xfrm>
            <a:off x="9006554" y="4009661"/>
            <a:ext cx="1409602" cy="343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rPr>
              <a:t>/OpeniTInc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7266E79-E274-B252-B020-9CE2C95F43D6}"/>
              </a:ext>
            </a:extLst>
          </p:cNvPr>
          <p:cNvSpPr txBox="1"/>
          <p:nvPr userDrawn="1"/>
        </p:nvSpPr>
        <p:spPr>
          <a:xfrm>
            <a:off x="9006554" y="4533662"/>
            <a:ext cx="1409602" cy="343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rPr>
              <a:t>/OpeniTInc</a:t>
            </a:r>
          </a:p>
        </p:txBody>
      </p:sp>
      <p:pic>
        <p:nvPicPr>
          <p:cNvPr id="61" name="Picture 60" descr="A red and black logo&#10;&#10;Description automatically generated">
            <a:extLst>
              <a:ext uri="{FF2B5EF4-FFF2-40B4-BE49-F238E27FC236}">
                <a16:creationId xmlns:a16="http://schemas.microsoft.com/office/drawing/2014/main" id="{E14618F5-A28E-E0FB-2966-A51E3313DCC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438" y="4156637"/>
            <a:ext cx="3008044" cy="1361536"/>
          </a:xfrm>
          <a:prstGeom prst="rect">
            <a:avLst/>
          </a:prstGeom>
        </p:spPr>
      </p:pic>
      <p:sp>
        <p:nvSpPr>
          <p:cNvPr id="62" name="Graphic 25">
            <a:extLst>
              <a:ext uri="{FF2B5EF4-FFF2-40B4-BE49-F238E27FC236}">
                <a16:creationId xmlns:a16="http://schemas.microsoft.com/office/drawing/2014/main" id="{DD13E9CF-64A1-46FB-7BE9-BE4D0D39AFB8}"/>
              </a:ext>
            </a:extLst>
          </p:cNvPr>
          <p:cNvSpPr/>
          <p:nvPr userDrawn="1"/>
        </p:nvSpPr>
        <p:spPr>
          <a:xfrm>
            <a:off x="8634610" y="4071518"/>
            <a:ext cx="219456" cy="219456"/>
          </a:xfrm>
          <a:custGeom>
            <a:avLst/>
            <a:gdLst>
              <a:gd name="connsiteX0" fmla="*/ 203210 w 219456"/>
              <a:gd name="connsiteY0" fmla="*/ 0 h 219456"/>
              <a:gd name="connsiteX1" fmla="*/ 16185 w 219456"/>
              <a:gd name="connsiteY1" fmla="*/ 0 h 219456"/>
              <a:gd name="connsiteX2" fmla="*/ 0 w 219456"/>
              <a:gd name="connsiteY2" fmla="*/ 15819 h 219456"/>
              <a:gd name="connsiteX3" fmla="*/ 0 w 219456"/>
              <a:gd name="connsiteY3" fmla="*/ 203622 h 219456"/>
              <a:gd name="connsiteX4" fmla="*/ 16185 w 219456"/>
              <a:gd name="connsiteY4" fmla="*/ 219456 h 219456"/>
              <a:gd name="connsiteX5" fmla="*/ 203210 w 219456"/>
              <a:gd name="connsiteY5" fmla="*/ 219456 h 219456"/>
              <a:gd name="connsiteX6" fmla="*/ 219456 w 219456"/>
              <a:gd name="connsiteY6" fmla="*/ 203622 h 219456"/>
              <a:gd name="connsiteX7" fmla="*/ 219456 w 219456"/>
              <a:gd name="connsiteY7" fmla="*/ 15819 h 219456"/>
              <a:gd name="connsiteX8" fmla="*/ 203210 w 219456"/>
              <a:gd name="connsiteY8" fmla="*/ 0 h 219456"/>
              <a:gd name="connsiteX9" fmla="*/ 65090 w 219456"/>
              <a:gd name="connsiteY9" fmla="*/ 187010 h 219456"/>
              <a:gd name="connsiteX10" fmla="*/ 32537 w 219456"/>
              <a:gd name="connsiteY10" fmla="*/ 187010 h 219456"/>
              <a:gd name="connsiteX11" fmla="*/ 32537 w 219456"/>
              <a:gd name="connsiteY11" fmla="*/ 82281 h 219456"/>
              <a:gd name="connsiteX12" fmla="*/ 65090 w 219456"/>
              <a:gd name="connsiteY12" fmla="*/ 82281 h 219456"/>
              <a:gd name="connsiteX13" fmla="*/ 65090 w 219456"/>
              <a:gd name="connsiteY13" fmla="*/ 187010 h 219456"/>
              <a:gd name="connsiteX14" fmla="*/ 48814 w 219456"/>
              <a:gd name="connsiteY14" fmla="*/ 67955 h 219456"/>
              <a:gd name="connsiteX15" fmla="*/ 29931 w 219456"/>
              <a:gd name="connsiteY15" fmla="*/ 49088 h 219456"/>
              <a:gd name="connsiteX16" fmla="*/ 48814 w 219456"/>
              <a:gd name="connsiteY16" fmla="*/ 30221 h 219456"/>
              <a:gd name="connsiteX17" fmla="*/ 67681 w 219456"/>
              <a:gd name="connsiteY17" fmla="*/ 49088 h 219456"/>
              <a:gd name="connsiteX18" fmla="*/ 48814 w 219456"/>
              <a:gd name="connsiteY18" fmla="*/ 67955 h 219456"/>
              <a:gd name="connsiteX19" fmla="*/ 186995 w 219456"/>
              <a:gd name="connsiteY19" fmla="*/ 187010 h 219456"/>
              <a:gd name="connsiteX20" fmla="*/ 154473 w 219456"/>
              <a:gd name="connsiteY20" fmla="*/ 187010 h 219456"/>
              <a:gd name="connsiteX21" fmla="*/ 154473 w 219456"/>
              <a:gd name="connsiteY21" fmla="*/ 136078 h 219456"/>
              <a:gd name="connsiteX22" fmla="*/ 137556 w 219456"/>
              <a:gd name="connsiteY22" fmla="*/ 108311 h 219456"/>
              <a:gd name="connsiteX23" fmla="*/ 118019 w 219456"/>
              <a:gd name="connsiteY23" fmla="*/ 135194 h 219456"/>
              <a:gd name="connsiteX24" fmla="*/ 118019 w 219456"/>
              <a:gd name="connsiteY24" fmla="*/ 187010 h 219456"/>
              <a:gd name="connsiteX25" fmla="*/ 85496 w 219456"/>
              <a:gd name="connsiteY25" fmla="*/ 187010 h 219456"/>
              <a:gd name="connsiteX26" fmla="*/ 85496 w 219456"/>
              <a:gd name="connsiteY26" fmla="*/ 82281 h 219456"/>
              <a:gd name="connsiteX27" fmla="*/ 116723 w 219456"/>
              <a:gd name="connsiteY27" fmla="*/ 82281 h 219456"/>
              <a:gd name="connsiteX28" fmla="*/ 116723 w 219456"/>
              <a:gd name="connsiteY28" fmla="*/ 96591 h 219456"/>
              <a:gd name="connsiteX29" fmla="*/ 117150 w 219456"/>
              <a:gd name="connsiteY29" fmla="*/ 96591 h 219456"/>
              <a:gd name="connsiteX30" fmla="*/ 147950 w 219456"/>
              <a:gd name="connsiteY30" fmla="*/ 79675 h 219456"/>
              <a:gd name="connsiteX31" fmla="*/ 186995 w 219456"/>
              <a:gd name="connsiteY31" fmla="*/ 129555 h 219456"/>
              <a:gd name="connsiteX32" fmla="*/ 186995 w 219456"/>
              <a:gd name="connsiteY32" fmla="*/ 187010 h 2194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219456" h="219456">
                <a:moveTo>
                  <a:pt x="203210" y="0"/>
                </a:moveTo>
                <a:lnTo>
                  <a:pt x="16185" y="0"/>
                </a:lnTo>
                <a:cubicBezTo>
                  <a:pt x="7254" y="0"/>
                  <a:pt x="0" y="7087"/>
                  <a:pt x="0" y="15819"/>
                </a:cubicBezTo>
                <a:lnTo>
                  <a:pt x="0" y="203622"/>
                </a:lnTo>
                <a:cubicBezTo>
                  <a:pt x="0" y="212369"/>
                  <a:pt x="7254" y="219456"/>
                  <a:pt x="16185" y="219456"/>
                </a:cubicBezTo>
                <a:lnTo>
                  <a:pt x="203210" y="219456"/>
                </a:lnTo>
                <a:cubicBezTo>
                  <a:pt x="212156" y="219456"/>
                  <a:pt x="219456" y="212369"/>
                  <a:pt x="219456" y="203622"/>
                </a:cubicBezTo>
                <a:lnTo>
                  <a:pt x="219456" y="15819"/>
                </a:lnTo>
                <a:cubicBezTo>
                  <a:pt x="219456" y="7087"/>
                  <a:pt x="212156" y="0"/>
                  <a:pt x="203210" y="0"/>
                </a:cubicBezTo>
                <a:close/>
                <a:moveTo>
                  <a:pt x="65090" y="187010"/>
                </a:moveTo>
                <a:lnTo>
                  <a:pt x="32537" y="187010"/>
                </a:lnTo>
                <a:lnTo>
                  <a:pt x="32537" y="82281"/>
                </a:lnTo>
                <a:lnTo>
                  <a:pt x="65090" y="82281"/>
                </a:lnTo>
                <a:lnTo>
                  <a:pt x="65090" y="187010"/>
                </a:lnTo>
                <a:close/>
                <a:moveTo>
                  <a:pt x="48814" y="67955"/>
                </a:moveTo>
                <a:cubicBezTo>
                  <a:pt x="38390" y="67955"/>
                  <a:pt x="29931" y="59497"/>
                  <a:pt x="29931" y="49088"/>
                </a:cubicBezTo>
                <a:cubicBezTo>
                  <a:pt x="29931" y="38679"/>
                  <a:pt x="38390" y="30221"/>
                  <a:pt x="48814" y="30221"/>
                </a:cubicBezTo>
                <a:cubicBezTo>
                  <a:pt x="59238" y="30221"/>
                  <a:pt x="67681" y="38679"/>
                  <a:pt x="67681" y="49088"/>
                </a:cubicBezTo>
                <a:cubicBezTo>
                  <a:pt x="67681" y="59497"/>
                  <a:pt x="59223" y="67955"/>
                  <a:pt x="48814" y="67955"/>
                </a:cubicBezTo>
                <a:close/>
                <a:moveTo>
                  <a:pt x="186995" y="187010"/>
                </a:moveTo>
                <a:lnTo>
                  <a:pt x="154473" y="187010"/>
                </a:lnTo>
                <a:lnTo>
                  <a:pt x="154473" y="136078"/>
                </a:lnTo>
                <a:cubicBezTo>
                  <a:pt x="154473" y="123932"/>
                  <a:pt x="154244" y="108311"/>
                  <a:pt x="137556" y="108311"/>
                </a:cubicBezTo>
                <a:cubicBezTo>
                  <a:pt x="120868" y="108311"/>
                  <a:pt x="118019" y="121539"/>
                  <a:pt x="118019" y="135194"/>
                </a:cubicBezTo>
                <a:lnTo>
                  <a:pt x="118019" y="187010"/>
                </a:lnTo>
                <a:lnTo>
                  <a:pt x="85496" y="187010"/>
                </a:lnTo>
                <a:lnTo>
                  <a:pt x="85496" y="82281"/>
                </a:lnTo>
                <a:lnTo>
                  <a:pt x="116723" y="82281"/>
                </a:lnTo>
                <a:lnTo>
                  <a:pt x="116723" y="96591"/>
                </a:lnTo>
                <a:lnTo>
                  <a:pt x="117150" y="96591"/>
                </a:lnTo>
                <a:cubicBezTo>
                  <a:pt x="121509" y="88346"/>
                  <a:pt x="132116" y="79675"/>
                  <a:pt x="147950" y="79675"/>
                </a:cubicBezTo>
                <a:cubicBezTo>
                  <a:pt x="180914" y="79675"/>
                  <a:pt x="186995" y="101361"/>
                  <a:pt x="186995" y="129555"/>
                </a:cubicBezTo>
                <a:lnTo>
                  <a:pt x="186995" y="187010"/>
                </a:lnTo>
                <a:close/>
              </a:path>
            </a:pathLst>
          </a:custGeom>
          <a:solidFill>
            <a:srgbClr val="CD172D"/>
          </a:solidFill>
          <a:ln w="152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3" name="Freeform 303">
            <a:extLst>
              <a:ext uri="{FF2B5EF4-FFF2-40B4-BE49-F238E27FC236}">
                <a16:creationId xmlns:a16="http://schemas.microsoft.com/office/drawing/2014/main" id="{2359E98E-8F51-F71A-D91D-F147004F5E09}"/>
              </a:ext>
            </a:extLst>
          </p:cNvPr>
          <p:cNvSpPr>
            <a:spLocks/>
          </p:cNvSpPr>
          <p:nvPr userDrawn="1"/>
        </p:nvSpPr>
        <p:spPr bwMode="auto">
          <a:xfrm>
            <a:off x="8680961" y="4582676"/>
            <a:ext cx="127722" cy="245142"/>
          </a:xfrm>
          <a:custGeom>
            <a:avLst/>
            <a:gdLst>
              <a:gd name="T0" fmla="*/ 325 w 325"/>
              <a:gd name="T1" fmla="*/ 104 h 626"/>
              <a:gd name="T2" fmla="*/ 266 w 325"/>
              <a:gd name="T3" fmla="*/ 104 h 626"/>
              <a:gd name="T4" fmla="*/ 211 w 325"/>
              <a:gd name="T5" fmla="*/ 158 h 626"/>
              <a:gd name="T6" fmla="*/ 211 w 325"/>
              <a:gd name="T7" fmla="*/ 229 h 626"/>
              <a:gd name="T8" fmla="*/ 321 w 325"/>
              <a:gd name="T9" fmla="*/ 229 h 626"/>
              <a:gd name="T10" fmla="*/ 321 w 325"/>
              <a:gd name="T11" fmla="*/ 340 h 626"/>
              <a:gd name="T12" fmla="*/ 211 w 325"/>
              <a:gd name="T13" fmla="*/ 340 h 626"/>
              <a:gd name="T14" fmla="*/ 211 w 325"/>
              <a:gd name="T15" fmla="*/ 626 h 626"/>
              <a:gd name="T16" fmla="*/ 96 w 325"/>
              <a:gd name="T17" fmla="*/ 626 h 626"/>
              <a:gd name="T18" fmla="*/ 96 w 325"/>
              <a:gd name="T19" fmla="*/ 340 h 626"/>
              <a:gd name="T20" fmla="*/ 0 w 325"/>
              <a:gd name="T21" fmla="*/ 340 h 626"/>
              <a:gd name="T22" fmla="*/ 0 w 325"/>
              <a:gd name="T23" fmla="*/ 229 h 626"/>
              <a:gd name="T24" fmla="*/ 96 w 325"/>
              <a:gd name="T25" fmla="*/ 229 h 626"/>
              <a:gd name="T26" fmla="*/ 96 w 325"/>
              <a:gd name="T27" fmla="*/ 147 h 626"/>
              <a:gd name="T28" fmla="*/ 239 w 325"/>
              <a:gd name="T29" fmla="*/ 0 h 626"/>
              <a:gd name="T30" fmla="*/ 325 w 325"/>
              <a:gd name="T31" fmla="*/ 0 h 626"/>
              <a:gd name="T32" fmla="*/ 325 w 325"/>
              <a:gd name="T33" fmla="*/ 104 h 62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325" h="626">
                <a:moveTo>
                  <a:pt x="325" y="104"/>
                </a:moveTo>
                <a:lnTo>
                  <a:pt x="266" y="104"/>
                </a:lnTo>
                <a:cubicBezTo>
                  <a:pt x="220" y="104"/>
                  <a:pt x="211" y="126"/>
                  <a:pt x="211" y="158"/>
                </a:cubicBezTo>
                <a:lnTo>
                  <a:pt x="211" y="229"/>
                </a:lnTo>
                <a:lnTo>
                  <a:pt x="321" y="229"/>
                </a:lnTo>
                <a:lnTo>
                  <a:pt x="321" y="340"/>
                </a:lnTo>
                <a:lnTo>
                  <a:pt x="211" y="340"/>
                </a:lnTo>
                <a:lnTo>
                  <a:pt x="211" y="626"/>
                </a:lnTo>
                <a:lnTo>
                  <a:pt x="96" y="626"/>
                </a:lnTo>
                <a:lnTo>
                  <a:pt x="96" y="340"/>
                </a:lnTo>
                <a:lnTo>
                  <a:pt x="0" y="340"/>
                </a:lnTo>
                <a:lnTo>
                  <a:pt x="0" y="229"/>
                </a:lnTo>
                <a:lnTo>
                  <a:pt x="96" y="229"/>
                </a:lnTo>
                <a:lnTo>
                  <a:pt x="96" y="147"/>
                </a:lnTo>
                <a:cubicBezTo>
                  <a:pt x="96" y="52"/>
                  <a:pt x="154" y="0"/>
                  <a:pt x="239" y="0"/>
                </a:cubicBezTo>
                <a:lnTo>
                  <a:pt x="325" y="0"/>
                </a:lnTo>
                <a:lnTo>
                  <a:pt x="325" y="104"/>
                </a:lnTo>
                <a:close/>
              </a:path>
            </a:pathLst>
          </a:custGeom>
          <a:solidFill>
            <a:srgbClr val="CD172D"/>
          </a:solidFill>
          <a:ln>
            <a:noFill/>
          </a:ln>
        </p:spPr>
        <p:txBody>
          <a:bodyPr vert="horz" wrap="square" lIns="146078" tIns="73039" rIns="146078" bIns="73039" numCol="1" anchor="t" anchorCtr="0" compatLnSpc="1">
            <a:prstTxWarp prst="textNoShape">
              <a:avLst/>
            </a:prstTxWarp>
          </a:bodyPr>
          <a:lstStyle/>
          <a:p>
            <a:endParaRPr lang="en-US" sz="2876" dirty="0">
              <a:solidFill>
                <a:srgbClr val="CD172D"/>
              </a:solidFill>
              <a:latin typeface="+mj-lt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D106096-6AB4-2B35-4B38-5FF7EA787FD7}"/>
              </a:ext>
            </a:extLst>
          </p:cNvPr>
          <p:cNvSpPr/>
          <p:nvPr userDrawn="1"/>
        </p:nvSpPr>
        <p:spPr>
          <a:xfrm>
            <a:off x="10661905" y="6163235"/>
            <a:ext cx="1413554" cy="56029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546F5F-4792-9ECE-C7AC-8E75EC25FA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06D56B-5F1E-7FDC-98AA-E99244B5D55C}"/>
              </a:ext>
            </a:extLst>
          </p:cNvPr>
          <p:cNvSpPr txBox="1"/>
          <p:nvPr userDrawn="1"/>
        </p:nvSpPr>
        <p:spPr>
          <a:xfrm>
            <a:off x="708211" y="6532066"/>
            <a:ext cx="5024569" cy="2154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© 2026 Open iT, Inc. All rights reserved. Company Confidential. </a:t>
            </a:r>
            <a:r>
              <a:rPr lang="en-PH" dirty="0"/>
              <a:t>ISO/IEC 27001:2022 Certified | BARR Certifications.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04A74A-7E39-4472-C72F-31CA890A964E}"/>
              </a:ext>
            </a:extLst>
          </p:cNvPr>
          <p:cNvSpPr txBox="1"/>
          <p:nvPr userDrawn="1"/>
        </p:nvSpPr>
        <p:spPr>
          <a:xfrm>
            <a:off x="8996255" y="5045602"/>
            <a:ext cx="1409602" cy="343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rPr>
              <a:t>@OpeniTInc</a:t>
            </a:r>
          </a:p>
        </p:txBody>
      </p:sp>
      <p:sp>
        <p:nvSpPr>
          <p:cNvPr id="6" name="Graphic 5">
            <a:extLst>
              <a:ext uri="{FF2B5EF4-FFF2-40B4-BE49-F238E27FC236}">
                <a16:creationId xmlns:a16="http://schemas.microsoft.com/office/drawing/2014/main" id="{4D0A1DF4-1217-2405-AF99-7EEBB16DE1CE}"/>
              </a:ext>
            </a:extLst>
          </p:cNvPr>
          <p:cNvSpPr/>
          <p:nvPr userDrawn="1"/>
        </p:nvSpPr>
        <p:spPr>
          <a:xfrm>
            <a:off x="8620666" y="5148939"/>
            <a:ext cx="240317" cy="180464"/>
          </a:xfrm>
          <a:custGeom>
            <a:avLst/>
            <a:gdLst>
              <a:gd name="connsiteX0" fmla="*/ 354902 w 356712"/>
              <a:gd name="connsiteY0" fmla="*/ 72683 h 267870"/>
              <a:gd name="connsiteX1" fmla="*/ 347282 w 356712"/>
              <a:gd name="connsiteY1" fmla="*/ 33726 h 267870"/>
              <a:gd name="connsiteX2" fmla="*/ 307754 w 356712"/>
              <a:gd name="connsiteY2" fmla="*/ 4294 h 267870"/>
              <a:gd name="connsiteX3" fmla="*/ 256223 w 356712"/>
              <a:gd name="connsiteY3" fmla="*/ 1341 h 267870"/>
              <a:gd name="connsiteX4" fmla="*/ 151163 w 356712"/>
              <a:gd name="connsiteY4" fmla="*/ 8 h 267870"/>
              <a:gd name="connsiteX5" fmla="*/ 74867 w 356712"/>
              <a:gd name="connsiteY5" fmla="*/ 2389 h 267870"/>
              <a:gd name="connsiteX6" fmla="*/ 45054 w 356712"/>
              <a:gd name="connsiteY6" fmla="*/ 4770 h 267870"/>
              <a:gd name="connsiteX7" fmla="*/ 10574 w 356712"/>
              <a:gd name="connsiteY7" fmla="*/ 31916 h 267870"/>
              <a:gd name="connsiteX8" fmla="*/ 2192 w 356712"/>
              <a:gd name="connsiteY8" fmla="*/ 70302 h 267870"/>
              <a:gd name="connsiteX9" fmla="*/ 382 w 356712"/>
              <a:gd name="connsiteY9" fmla="*/ 162409 h 267870"/>
              <a:gd name="connsiteX10" fmla="*/ 5049 w 356712"/>
              <a:gd name="connsiteY10" fmla="*/ 217749 h 267870"/>
              <a:gd name="connsiteX11" fmla="*/ 9335 w 356712"/>
              <a:gd name="connsiteY11" fmla="*/ 232227 h 267870"/>
              <a:gd name="connsiteX12" fmla="*/ 44864 w 356712"/>
              <a:gd name="connsiteY12" fmla="*/ 262231 h 267870"/>
              <a:gd name="connsiteX13" fmla="*/ 77725 w 356712"/>
              <a:gd name="connsiteY13" fmla="*/ 265374 h 267870"/>
              <a:gd name="connsiteX14" fmla="*/ 207265 w 356712"/>
              <a:gd name="connsiteY14" fmla="*/ 267755 h 267870"/>
              <a:gd name="connsiteX15" fmla="*/ 291466 w 356712"/>
              <a:gd name="connsiteY15" fmla="*/ 264803 h 267870"/>
              <a:gd name="connsiteX16" fmla="*/ 314612 w 356712"/>
              <a:gd name="connsiteY16" fmla="*/ 262231 h 267870"/>
              <a:gd name="connsiteX17" fmla="*/ 346235 w 356712"/>
              <a:gd name="connsiteY17" fmla="*/ 235847 h 267870"/>
              <a:gd name="connsiteX18" fmla="*/ 354902 w 356712"/>
              <a:gd name="connsiteY18" fmla="*/ 195080 h 267870"/>
              <a:gd name="connsiteX19" fmla="*/ 356712 w 356712"/>
              <a:gd name="connsiteY19" fmla="*/ 168791 h 267870"/>
              <a:gd name="connsiteX20" fmla="*/ 356712 w 356712"/>
              <a:gd name="connsiteY20" fmla="*/ 98972 h 267870"/>
              <a:gd name="connsiteX21" fmla="*/ 354902 w 356712"/>
              <a:gd name="connsiteY21" fmla="*/ 72683 h 267870"/>
              <a:gd name="connsiteX22" fmla="*/ 241460 w 356712"/>
              <a:gd name="connsiteY22" fmla="*/ 135834 h 267870"/>
              <a:gd name="connsiteX23" fmla="*/ 138018 w 356712"/>
              <a:gd name="connsiteY23" fmla="*/ 197937 h 267870"/>
              <a:gd name="connsiteX24" fmla="*/ 135065 w 356712"/>
              <a:gd name="connsiteY24" fmla="*/ 198985 h 267870"/>
              <a:gd name="connsiteX25" fmla="*/ 134303 w 356712"/>
              <a:gd name="connsiteY25" fmla="*/ 195651 h 267870"/>
              <a:gd name="connsiteX26" fmla="*/ 134303 w 356712"/>
              <a:gd name="connsiteY26" fmla="*/ 71921 h 267870"/>
              <a:gd name="connsiteX27" fmla="*/ 138018 w 356712"/>
              <a:gd name="connsiteY27" fmla="*/ 69826 h 267870"/>
              <a:gd name="connsiteX28" fmla="*/ 241460 w 356712"/>
              <a:gd name="connsiteY28" fmla="*/ 131929 h 267870"/>
              <a:gd name="connsiteX29" fmla="*/ 241460 w 356712"/>
              <a:gd name="connsiteY29" fmla="*/ 135834 h 2678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356712" h="267870">
                <a:moveTo>
                  <a:pt x="354902" y="72683"/>
                </a:moveTo>
                <a:cubicBezTo>
                  <a:pt x="354140" y="59539"/>
                  <a:pt x="352235" y="46109"/>
                  <a:pt x="347282" y="33726"/>
                </a:cubicBezTo>
                <a:cubicBezTo>
                  <a:pt x="340139" y="15819"/>
                  <a:pt x="326708" y="6389"/>
                  <a:pt x="307754" y="4294"/>
                </a:cubicBezTo>
                <a:cubicBezTo>
                  <a:pt x="290704" y="2389"/>
                  <a:pt x="273273" y="2103"/>
                  <a:pt x="256223" y="1341"/>
                </a:cubicBezTo>
                <a:cubicBezTo>
                  <a:pt x="221171" y="-183"/>
                  <a:pt x="186215" y="8"/>
                  <a:pt x="151163" y="8"/>
                </a:cubicBezTo>
                <a:cubicBezTo>
                  <a:pt x="125636" y="293"/>
                  <a:pt x="100394" y="1055"/>
                  <a:pt x="74867" y="2389"/>
                </a:cubicBezTo>
                <a:cubicBezTo>
                  <a:pt x="65057" y="2960"/>
                  <a:pt x="55055" y="3151"/>
                  <a:pt x="45054" y="4770"/>
                </a:cubicBezTo>
                <a:cubicBezTo>
                  <a:pt x="29052" y="7913"/>
                  <a:pt x="17146" y="16581"/>
                  <a:pt x="10574" y="31916"/>
                </a:cubicBezTo>
                <a:cubicBezTo>
                  <a:pt x="5335" y="44299"/>
                  <a:pt x="3525" y="57158"/>
                  <a:pt x="2192" y="70302"/>
                </a:cubicBezTo>
                <a:cubicBezTo>
                  <a:pt x="-475" y="100877"/>
                  <a:pt x="-190" y="131643"/>
                  <a:pt x="382" y="162409"/>
                </a:cubicBezTo>
                <a:cubicBezTo>
                  <a:pt x="572" y="180887"/>
                  <a:pt x="1620" y="199271"/>
                  <a:pt x="5049" y="217749"/>
                </a:cubicBezTo>
                <a:cubicBezTo>
                  <a:pt x="6097" y="222702"/>
                  <a:pt x="7430" y="227465"/>
                  <a:pt x="9335" y="232227"/>
                </a:cubicBezTo>
                <a:cubicBezTo>
                  <a:pt x="15050" y="249277"/>
                  <a:pt x="27433" y="258802"/>
                  <a:pt x="44864" y="262231"/>
                </a:cubicBezTo>
                <a:cubicBezTo>
                  <a:pt x="55627" y="264326"/>
                  <a:pt x="66676" y="265088"/>
                  <a:pt x="77725" y="265374"/>
                </a:cubicBezTo>
                <a:cubicBezTo>
                  <a:pt x="120873" y="267184"/>
                  <a:pt x="164021" y="268232"/>
                  <a:pt x="207265" y="267755"/>
                </a:cubicBezTo>
                <a:cubicBezTo>
                  <a:pt x="235364" y="267184"/>
                  <a:pt x="263558" y="266422"/>
                  <a:pt x="291466" y="264803"/>
                </a:cubicBezTo>
                <a:cubicBezTo>
                  <a:pt x="299086" y="264326"/>
                  <a:pt x="306992" y="264041"/>
                  <a:pt x="314612" y="262231"/>
                </a:cubicBezTo>
                <a:cubicBezTo>
                  <a:pt x="329375" y="258516"/>
                  <a:pt x="340139" y="250134"/>
                  <a:pt x="346235" y="235847"/>
                </a:cubicBezTo>
                <a:cubicBezTo>
                  <a:pt x="351950" y="222988"/>
                  <a:pt x="353855" y="208986"/>
                  <a:pt x="354902" y="195080"/>
                </a:cubicBezTo>
                <a:cubicBezTo>
                  <a:pt x="355379" y="186126"/>
                  <a:pt x="356236" y="177458"/>
                  <a:pt x="356712" y="168791"/>
                </a:cubicBezTo>
                <a:lnTo>
                  <a:pt x="356712" y="98972"/>
                </a:lnTo>
                <a:cubicBezTo>
                  <a:pt x="356236" y="90305"/>
                  <a:pt x="355379" y="81637"/>
                  <a:pt x="354902" y="72683"/>
                </a:cubicBezTo>
                <a:close/>
                <a:moveTo>
                  <a:pt x="241460" y="135834"/>
                </a:moveTo>
                <a:cubicBezTo>
                  <a:pt x="206979" y="156694"/>
                  <a:pt x="172499" y="177173"/>
                  <a:pt x="138018" y="197937"/>
                </a:cubicBezTo>
                <a:cubicBezTo>
                  <a:pt x="137256" y="198509"/>
                  <a:pt x="136113" y="199556"/>
                  <a:pt x="135065" y="198985"/>
                </a:cubicBezTo>
                <a:cubicBezTo>
                  <a:pt x="133827" y="198223"/>
                  <a:pt x="134303" y="196699"/>
                  <a:pt x="134303" y="195651"/>
                </a:cubicBezTo>
                <a:lnTo>
                  <a:pt x="134303" y="71921"/>
                </a:lnTo>
                <a:cubicBezTo>
                  <a:pt x="134303" y="67921"/>
                  <a:pt x="134589" y="67635"/>
                  <a:pt x="138018" y="69826"/>
                </a:cubicBezTo>
                <a:cubicBezTo>
                  <a:pt x="172499" y="90590"/>
                  <a:pt x="206979" y="111069"/>
                  <a:pt x="241460" y="131929"/>
                </a:cubicBezTo>
                <a:cubicBezTo>
                  <a:pt x="244603" y="133739"/>
                  <a:pt x="244603" y="134024"/>
                  <a:pt x="241460" y="135834"/>
                </a:cubicBezTo>
                <a:close/>
              </a:path>
            </a:pathLst>
          </a:custGeom>
          <a:solidFill>
            <a:schemeClr val="accent1"/>
          </a:solidFill>
          <a:ln w="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79EB65-7C16-15CF-1264-214935278286}"/>
              </a:ext>
            </a:extLst>
          </p:cNvPr>
          <p:cNvSpPr txBox="1"/>
          <p:nvPr userDrawn="1"/>
        </p:nvSpPr>
        <p:spPr>
          <a:xfrm>
            <a:off x="5656374" y="3391654"/>
            <a:ext cx="1952740" cy="8941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nn-NO" sz="1200" b="0" i="0" dirty="0">
                <a:solidFill>
                  <a:srgbClr val="303030"/>
                </a:solidFill>
                <a:effectLst/>
                <a:latin typeface="Source Sans Pro" panose="020B0503030403020204" pitchFamily="34" charset="0"/>
              </a:rPr>
              <a:t>Karoline Kristiansens </a:t>
            </a:r>
            <a:r>
              <a:rPr lang="nn-NO" sz="1200" dirty="0"/>
              <a:t>vei 5 </a:t>
            </a:r>
            <a:r>
              <a:rPr lang="nn-NO" sz="1200" b="0" i="0" dirty="0">
                <a:solidFill>
                  <a:srgbClr val="303030"/>
                </a:solidFill>
                <a:effectLst/>
                <a:latin typeface="Source Sans Pro" panose="020B0503030403020204" pitchFamily="34" charset="0"/>
              </a:rPr>
              <a:t>N-0661 Oslo</a:t>
            </a:r>
          </a:p>
          <a:p>
            <a:pPr>
              <a:lnSpc>
                <a:spcPct val="150000"/>
              </a:lnSpc>
            </a:pPr>
            <a:r>
              <a:rPr lang="nn-NO" sz="1200" b="0" i="0" dirty="0">
                <a:solidFill>
                  <a:srgbClr val="303030"/>
                </a:solidFill>
                <a:effectLst/>
                <a:latin typeface="Source Sans Pro" panose="020B0503030403020204" pitchFamily="34" charset="0"/>
              </a:rPr>
              <a:t>Norway</a:t>
            </a:r>
            <a:endParaRPr lang="en-US" sz="1200" dirty="0">
              <a:solidFill>
                <a:schemeClr val="tx1"/>
              </a:solidFill>
              <a:latin typeface="+mj-lt"/>
              <a:ea typeface="Open Sans SemiBold" panose="020B0706030804020204" pitchFamily="34" charset="0"/>
              <a:cs typeface="Open Sans SemiBold" panose="020B07060308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0843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hank You Slide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3F89D8C-F4C4-4BD8-A676-885EF132B06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82544" y="0"/>
            <a:ext cx="4909457" cy="6858000"/>
          </a:xfrm>
          <a:custGeom>
            <a:avLst/>
            <a:gdLst>
              <a:gd name="connsiteX0" fmla="*/ 0 w 4909457"/>
              <a:gd name="connsiteY0" fmla="*/ 0 h 6858000"/>
              <a:gd name="connsiteX1" fmla="*/ 4909457 w 4909457"/>
              <a:gd name="connsiteY1" fmla="*/ 0 h 6858000"/>
              <a:gd name="connsiteX2" fmla="*/ 4909457 w 4909457"/>
              <a:gd name="connsiteY2" fmla="*/ 6858000 h 6858000"/>
              <a:gd name="connsiteX3" fmla="*/ 0 w 4909457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09457" h="6858000">
                <a:moveTo>
                  <a:pt x="0" y="0"/>
                </a:moveTo>
                <a:lnTo>
                  <a:pt x="4909457" y="0"/>
                </a:lnTo>
                <a:lnTo>
                  <a:pt x="4909457" y="6858000"/>
                </a:lnTo>
                <a:lnTo>
                  <a:pt x="0" y="6858000"/>
                </a:lnTo>
                <a:close/>
              </a:path>
            </a:pathLst>
          </a:custGeom>
          <a:pattFill prst="pct5">
            <a:fgClr>
              <a:schemeClr val="accent1"/>
            </a:fgClr>
            <a:bgClr>
              <a:schemeClr val="bg1"/>
            </a:bgClr>
          </a:pattFill>
        </p:spPr>
        <p:txBody>
          <a:bodyPr wrap="square">
            <a:no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16BEAB-C306-4107-1924-5709D2424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884D33-BABF-FDDC-F4D1-DDCC1A17C0D5}"/>
              </a:ext>
            </a:extLst>
          </p:cNvPr>
          <p:cNvSpPr txBox="1"/>
          <p:nvPr userDrawn="1"/>
        </p:nvSpPr>
        <p:spPr>
          <a:xfrm>
            <a:off x="708211" y="6532066"/>
            <a:ext cx="5037269" cy="2154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© 2026 Open iT, Inc. All rights reserved. Company Confidential. </a:t>
            </a:r>
            <a:r>
              <a:rPr lang="en-PH" dirty="0"/>
              <a:t>ISO/IEC 27001:2022 Certified | BARR Certifications.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5565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Blue blocks and networks technology background">
            <a:extLst>
              <a:ext uri="{FF2B5EF4-FFF2-40B4-BE49-F238E27FC236}">
                <a16:creationId xmlns:a16="http://schemas.microsoft.com/office/drawing/2014/main" id="{89D3FABE-2BCA-CE6E-C252-1A3488087EF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82544" y="0"/>
            <a:ext cx="4909456" cy="6858000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ABA0F6B9-2265-B3FA-C52E-B46238D48A91}"/>
              </a:ext>
            </a:extLst>
          </p:cNvPr>
          <p:cNvSpPr/>
          <p:nvPr userDrawn="1"/>
        </p:nvSpPr>
        <p:spPr>
          <a:xfrm>
            <a:off x="1188720" y="1036320"/>
            <a:ext cx="8153400" cy="2087880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chemeClr val="tx2">
                  <a:shade val="30000"/>
                  <a:satMod val="115000"/>
                </a:schemeClr>
              </a:gs>
              <a:gs pos="50000">
                <a:schemeClr val="tx2">
                  <a:shade val="67500"/>
                  <a:satMod val="115000"/>
                </a:schemeClr>
              </a:gs>
              <a:gs pos="100000">
                <a:schemeClr val="tx2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CD0DCEC-45DC-CA88-4E1D-938EE37952A8}"/>
              </a:ext>
            </a:extLst>
          </p:cNvPr>
          <p:cNvSpPr txBox="1"/>
          <p:nvPr userDrawn="1"/>
        </p:nvSpPr>
        <p:spPr>
          <a:xfrm>
            <a:off x="2900830" y="1480096"/>
            <a:ext cx="472918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  <a:latin typeface="+mj-lt"/>
                <a:ea typeface="Inter" panose="020B0502030000000004" pitchFamily="34" charset="0"/>
                <a:cs typeface="Open Sans" panose="020B0606030504020204" pitchFamily="34" charset="0"/>
              </a:rPr>
              <a:t>Thank You</a:t>
            </a:r>
            <a:r>
              <a:rPr lang="en-US" sz="7200" b="1" dirty="0">
                <a:solidFill>
                  <a:srgbClr val="CD172D"/>
                </a:solidFill>
                <a:latin typeface="+mj-lt"/>
                <a:ea typeface="Inter" panose="020B0502030000000004" pitchFamily="34" charset="0"/>
                <a:cs typeface="Open Sans" panose="020B0606030504020204" pitchFamily="34" charset="0"/>
              </a:rPr>
              <a:t>.</a:t>
            </a:r>
            <a:endParaRPr lang="en-ID" sz="7200" b="1" dirty="0">
              <a:solidFill>
                <a:srgbClr val="CD172D"/>
              </a:solidFill>
              <a:latin typeface="+mj-lt"/>
              <a:ea typeface="Inter" panose="020B0502030000000004" pitchFamily="34" charset="0"/>
              <a:cs typeface="Open Sans" panose="020B0606030504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8F6543D-DA01-C332-3986-3CF86829DDE4}"/>
              </a:ext>
            </a:extLst>
          </p:cNvPr>
          <p:cNvSpPr/>
          <p:nvPr/>
        </p:nvSpPr>
        <p:spPr>
          <a:xfrm>
            <a:off x="1188720" y="3991430"/>
            <a:ext cx="5375059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6600" b="1" i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Open Sans" panose="020B0606030504020204" pitchFamily="34" charset="0"/>
                <a:cs typeface="Poppins" panose="00000500000000000000" pitchFamily="2" charset="0"/>
              </a:rPr>
              <a:t>Dedicated to </a:t>
            </a:r>
            <a:r>
              <a:rPr lang="en-US" sz="6600" b="1" i="0" dirty="0">
                <a:solidFill>
                  <a:srgbClr val="CD172D"/>
                </a:solidFill>
                <a:latin typeface="+mj-lt"/>
                <a:ea typeface="Open Sans" panose="020B0606030504020204" pitchFamily="34" charset="0"/>
                <a:cs typeface="Poppins" panose="00000500000000000000" pitchFamily="2" charset="0"/>
              </a:rPr>
              <a:t>Optimization</a:t>
            </a:r>
          </a:p>
        </p:txBody>
      </p:sp>
      <p:pic>
        <p:nvPicPr>
          <p:cNvPr id="10" name="Picture 9" descr="A white text on a black background&#10;&#10;Description automatically generated">
            <a:extLst>
              <a:ext uri="{FF2B5EF4-FFF2-40B4-BE49-F238E27FC236}">
                <a16:creationId xmlns:a16="http://schemas.microsoft.com/office/drawing/2014/main" id="{AEB598A8-A790-3D72-75A0-5A9EAF0DBBB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6756" y="6256116"/>
            <a:ext cx="1221104" cy="477424"/>
          </a:xfrm>
          <a:prstGeom prst="rect">
            <a:avLst/>
          </a:prstGeom>
        </p:spPr>
      </p:pic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3683B15-DD6A-3F62-058D-429D0F04CCF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E54193-BACD-42BA-CFED-116B32B2BD15}"/>
              </a:ext>
            </a:extLst>
          </p:cNvPr>
          <p:cNvSpPr txBox="1"/>
          <p:nvPr userDrawn="1"/>
        </p:nvSpPr>
        <p:spPr>
          <a:xfrm>
            <a:off x="708211" y="6532066"/>
            <a:ext cx="5016949" cy="2154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© 2026 Open iT, Inc. All rights reserved. Company Confidential. </a:t>
            </a:r>
            <a:r>
              <a:rPr lang="en-PH" dirty="0"/>
              <a:t>ISO/IEC 27001:2022 Certified | BARR Certifications.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638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87F3726-AE5B-9D3F-E58E-C5481775FAB8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24"/>
          <a:stretch>
            <a:fillRect/>
          </a:stretch>
        </p:blipFill>
        <p:spPr>
          <a:xfrm>
            <a:off x="0" y="37766"/>
            <a:ext cx="12192000" cy="6782468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38D4F39-66F3-E4AD-556E-F84482C50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C3F73D-436A-99CB-802A-3C0AEC929D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CF8CA12-A0A5-DF07-3533-1085FBA45E76}"/>
              </a:ext>
            </a:extLst>
          </p:cNvPr>
          <p:cNvPicPr>
            <a:picLocks noChangeAspect="1"/>
          </p:cNvPicPr>
          <p:nvPr userDrawn="1"/>
        </p:nvPicPr>
        <p:blipFill>
          <a:blip r:embed="rId1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8317" y="6246271"/>
            <a:ext cx="1230966" cy="49320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6592C617-7B7D-8FC0-0DE3-225B197C4A79}"/>
              </a:ext>
            </a:extLst>
          </p:cNvPr>
          <p:cNvSpPr/>
          <p:nvPr userDrawn="1"/>
        </p:nvSpPr>
        <p:spPr>
          <a:xfrm>
            <a:off x="0" y="6766561"/>
            <a:ext cx="10423003" cy="914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CEBFEC-8AED-1238-C9E7-C8C32093BE3F}"/>
              </a:ext>
            </a:extLst>
          </p:cNvPr>
          <p:cNvSpPr/>
          <p:nvPr userDrawn="1"/>
        </p:nvSpPr>
        <p:spPr>
          <a:xfrm>
            <a:off x="10423003" y="6766559"/>
            <a:ext cx="1768997" cy="91441"/>
          </a:xfrm>
          <a:prstGeom prst="rect">
            <a:avLst/>
          </a:prstGeom>
          <a:solidFill>
            <a:srgbClr val="CD172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3238B-3F65-7181-3D1C-8F1E840A88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0729" y="6454962"/>
            <a:ext cx="452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E10CB6-4CE5-4ABA-9365-71738FB6FBE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005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690" r:id="rId2"/>
    <p:sldLayoutId id="2147483701" r:id="rId3"/>
    <p:sldLayoutId id="2147483650" r:id="rId4"/>
    <p:sldLayoutId id="2147483654" r:id="rId5"/>
    <p:sldLayoutId id="2147483655" r:id="rId6"/>
    <p:sldLayoutId id="2147483705" r:id="rId7"/>
    <p:sldLayoutId id="2147483692" r:id="rId8"/>
    <p:sldLayoutId id="2147483704" r:id="rId9"/>
    <p:sldLayoutId id="2147483708" r:id="rId10"/>
    <p:sldLayoutId id="2147483693" r:id="rId11"/>
    <p:sldLayoutId id="2147483703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accent1"/>
          </a:solidFill>
          <a:latin typeface="Source Sans Pro" panose="020B0503030403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ource Sans Pro" panose="020B0503030403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Source Sans Pro" panose="020B0503030403020204" pitchFamily="34" charset="0"/>
        <a:buChar char="–"/>
        <a:defRPr sz="2400" kern="1200">
          <a:solidFill>
            <a:schemeClr val="tx1"/>
          </a:solidFill>
          <a:latin typeface="Source Sans Pro" panose="020B0503030403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Source Sans Pro" panose="020B0503030403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ource Sans Pro" panose="020B0503030403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ource Sans Pro" panose="020B0503030403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0.xml"/><Relationship Id="rId7" Type="http://schemas.microsoft.com/office/2007/relationships/diagramDrawing" Target="../diagrams/drawing10.xml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Relationship Id="rId6" Type="http://schemas.openxmlformats.org/officeDocument/2006/relationships/diagramColors" Target="../diagrams/colors10.xml"/><Relationship Id="rId5" Type="http://schemas.openxmlformats.org/officeDocument/2006/relationships/diagramQuickStyle" Target="../diagrams/quickStyle10.xml"/><Relationship Id="rId4" Type="http://schemas.openxmlformats.org/officeDocument/2006/relationships/diagramLayout" Target="../diagrams/layout10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E964620-C4AB-E45C-F1C6-9C71FA3DAD74}"/>
              </a:ext>
            </a:extLst>
          </p:cNvPr>
          <p:cNvSpPr/>
          <p:nvPr/>
        </p:nvSpPr>
        <p:spPr>
          <a:xfrm>
            <a:off x="-645226" y="635924"/>
            <a:ext cx="10445393" cy="5524244"/>
          </a:xfrm>
          <a:prstGeom prst="roundRect">
            <a:avLst>
              <a:gd name="adj" fmla="val 9882"/>
            </a:avLst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2833092-7703-20E9-2EA9-C1B5ED3E4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3395"/>
            <a:ext cx="7981604" cy="1771873"/>
          </a:xfrm>
        </p:spPr>
        <p:txBody>
          <a:bodyPr/>
          <a:lstStyle/>
          <a:p>
            <a:r>
              <a:rPr lang="en-US" dirty="0"/>
              <a:t>Entity Framework Integration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A0C8282-C4AD-A207-EE8A-B31256F0516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38200" y="4700049"/>
            <a:ext cx="5990863" cy="433747"/>
          </a:xfrm>
        </p:spPr>
        <p:txBody>
          <a:bodyPr/>
          <a:lstStyle/>
          <a:p>
            <a:r>
              <a:rPr lang="en-PH" dirty="0"/>
              <a:t>John Lyndon Philip Planas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8C5C7EB-774C-F46B-7AFD-CD9FB875BA9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0" y="5216458"/>
            <a:ext cx="5990863" cy="433747"/>
          </a:xfrm>
        </p:spPr>
        <p:txBody>
          <a:bodyPr/>
          <a:lstStyle/>
          <a:p>
            <a:r>
              <a:rPr lang="en-PH" dirty="0"/>
              <a:t>Software Developer 2, Open iT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EB0BA55A-BC98-E4DA-52A7-613A393FE32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44300" y="145598"/>
            <a:ext cx="962101" cy="490326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AC78E65-F36F-97D3-D645-B86F808104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8200" y="1215634"/>
            <a:ext cx="4794825" cy="950647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3ED471DE-88A2-8F22-D69F-6A87E9C207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72863" y="517358"/>
            <a:ext cx="2627977" cy="249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484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5" grpId="0"/>
      <p:bldP spid="12" grpId="0" build="p"/>
      <p:bldP spid="1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8C182AD-86FB-0FC9-884B-09E3CF5398C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782468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12B59AC-F5F5-E537-0BF3-3D898AC53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6FD1EC-45AF-046E-6C56-B51FB301F54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987799" y="1266444"/>
            <a:ext cx="7981484" cy="4694089"/>
          </a:xfrm>
        </p:spPr>
        <p:txBody>
          <a:bodyPr/>
          <a:lstStyle/>
          <a:p>
            <a:r>
              <a:rPr lang="en-US" dirty="0"/>
              <a:t>Introductions</a:t>
            </a:r>
          </a:p>
          <a:p>
            <a:r>
              <a:rPr lang="en-US" dirty="0"/>
              <a:t>Setting up the environment</a:t>
            </a:r>
          </a:p>
          <a:p>
            <a:r>
              <a:rPr lang="en-US" dirty="0"/>
              <a:t>Integration Proper</a:t>
            </a:r>
          </a:p>
          <a:p>
            <a:pPr lvl="1"/>
            <a:r>
              <a:rPr lang="en-US" dirty="0"/>
              <a:t>What is Entity Framework?</a:t>
            </a:r>
          </a:p>
          <a:p>
            <a:pPr lvl="1"/>
            <a:r>
              <a:rPr lang="en-US" dirty="0"/>
              <a:t>How to integrate your code to database?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BC9069D-5D22-D11D-42F5-9F0B0C1C19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19971" y="290009"/>
            <a:ext cx="1693700" cy="4932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8351457-FE6B-499C-AB18-7776A623B0C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38317" y="245536"/>
            <a:ext cx="1230966" cy="493208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37E273CD-DA94-4DCA-18AA-CB6A100FE02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2035" y="3818342"/>
            <a:ext cx="2627977" cy="249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229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795F20-1537-2FD1-2F9E-208FE40C5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8729D4F-8D50-285A-9A6F-923C908F7C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688" y="848518"/>
            <a:ext cx="8023186" cy="2008982"/>
          </a:xfrm>
        </p:spPr>
        <p:txBody>
          <a:bodyPr/>
          <a:lstStyle/>
          <a:p>
            <a:r>
              <a:rPr lang="en-US" dirty="0"/>
              <a:t>Setting up the Environment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56C2821-A206-BDCF-0D95-B0646C1291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19237" y="3354917"/>
            <a:ext cx="7717895" cy="1052513"/>
          </a:xfrm>
        </p:spPr>
        <p:txBody>
          <a:bodyPr>
            <a:normAutofit/>
          </a:bodyPr>
          <a:lstStyle/>
          <a:p>
            <a:r>
              <a:rPr lang="en-US" dirty="0"/>
              <a:t>Check if the necessary tools are available in your system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06FFFB9-F872-2204-8F59-F982D714AFA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6103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A278CFF-1887-D0B6-FEE5-DF0DDCF75F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725"/>
            <a:ext cx="10515600" cy="693959"/>
          </a:xfrm>
        </p:spPr>
        <p:txBody>
          <a:bodyPr anchor="ctr">
            <a:normAutofit/>
          </a:bodyPr>
          <a:lstStyle/>
          <a:p>
            <a:r>
              <a:rPr lang="en-US" dirty="0"/>
              <a:t>Setting up the Environment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0AE5EF-2705-B3B8-0A66-A09359A901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70729" y="6454962"/>
            <a:ext cx="45231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AE10CB6-4CE5-4ABA-9365-71738FB6FBE3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graphicFrame>
        <p:nvGraphicFramePr>
          <p:cNvPr id="6" name="Content Placeholder 1">
            <a:extLst>
              <a:ext uri="{FF2B5EF4-FFF2-40B4-BE49-F238E27FC236}">
                <a16:creationId xmlns:a16="http://schemas.microsoft.com/office/drawing/2014/main" id="{EB88F539-C431-F9B8-A855-18CC0DA34DF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91380153"/>
              </p:ext>
            </p:extLst>
          </p:nvPr>
        </p:nvGraphicFramePr>
        <p:xfrm>
          <a:off x="838200" y="1375833"/>
          <a:ext cx="10515600" cy="48011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9081930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C905A-11FE-73CE-B5E0-DCFD6B9FC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FABC929-030D-C7DA-934F-05E181A5E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725"/>
            <a:ext cx="10515600" cy="693959"/>
          </a:xfrm>
        </p:spPr>
        <p:txBody>
          <a:bodyPr anchor="ctr">
            <a:normAutofit/>
          </a:bodyPr>
          <a:lstStyle/>
          <a:p>
            <a:r>
              <a:rPr lang="en-US" dirty="0"/>
              <a:t>Setting up the Environment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D28A2A-A837-8074-B931-2FB5816FD53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70729" y="6454962"/>
            <a:ext cx="45231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AE10CB6-4CE5-4ABA-9365-71738FB6FBE3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graphicFrame>
        <p:nvGraphicFramePr>
          <p:cNvPr id="6" name="Content Placeholder 1">
            <a:extLst>
              <a:ext uri="{FF2B5EF4-FFF2-40B4-BE49-F238E27FC236}">
                <a16:creationId xmlns:a16="http://schemas.microsoft.com/office/drawing/2014/main" id="{0F4D6568-8585-5717-5881-64FA08227B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8047282"/>
              </p:ext>
            </p:extLst>
          </p:nvPr>
        </p:nvGraphicFramePr>
        <p:xfrm>
          <a:off x="838200" y="1375833"/>
          <a:ext cx="10515600" cy="48011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67055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4709D-55FF-E0E3-20D1-A3017D61D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856684F-0718-7824-0AE3-428863046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725"/>
            <a:ext cx="10515600" cy="693959"/>
          </a:xfrm>
        </p:spPr>
        <p:txBody>
          <a:bodyPr anchor="ctr">
            <a:normAutofit/>
          </a:bodyPr>
          <a:lstStyle/>
          <a:p>
            <a:r>
              <a:rPr lang="en-US" dirty="0"/>
              <a:t>Quick Question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AABE17-314A-3722-7037-97D36FF4F0B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70729" y="6454962"/>
            <a:ext cx="45231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AE10CB6-4CE5-4ABA-9365-71738FB6FBE3}" type="slidenum">
              <a:rPr lang="en-US" smtClean="0"/>
              <a:pPr>
                <a:spcAft>
                  <a:spcPts val="600"/>
                </a:spcAft>
              </a:pPr>
              <a:t>6</a:t>
            </a:fld>
            <a:endParaRPr lang="en-US"/>
          </a:p>
        </p:txBody>
      </p:sp>
      <p:graphicFrame>
        <p:nvGraphicFramePr>
          <p:cNvPr id="6" name="Content Placeholder 1">
            <a:extLst>
              <a:ext uri="{FF2B5EF4-FFF2-40B4-BE49-F238E27FC236}">
                <a16:creationId xmlns:a16="http://schemas.microsoft.com/office/drawing/2014/main" id="{3A3F5E80-778A-F6DE-453F-0AE58B77876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24901062"/>
              </p:ext>
            </p:extLst>
          </p:nvPr>
        </p:nvGraphicFramePr>
        <p:xfrm>
          <a:off x="838200" y="1375833"/>
          <a:ext cx="10515600" cy="48011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48444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959E107-2F58-FEE1-5B20-4A2ED1133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688" y="848518"/>
            <a:ext cx="8047249" cy="2008982"/>
          </a:xfrm>
        </p:spPr>
        <p:txBody>
          <a:bodyPr/>
          <a:lstStyle/>
          <a:p>
            <a:r>
              <a:rPr lang="en-US" dirty="0"/>
              <a:t>Setting up the .NET Project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256699C-1836-260C-6B01-8220D7B53C7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19237" y="3354917"/>
            <a:ext cx="7717895" cy="1052513"/>
          </a:xfrm>
        </p:spPr>
        <p:txBody>
          <a:bodyPr>
            <a:normAutofit/>
          </a:bodyPr>
          <a:lstStyle/>
          <a:p>
            <a:r>
              <a:rPr lang="en-US" dirty="0"/>
              <a:t>Setup all the necessary packages for .NET Project</a:t>
            </a:r>
          </a:p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8380B71-DCE6-32EF-255E-47C40A9E0E0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06650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2D5C8-76F6-E51A-8971-4C0A4214E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0760E1-B25C-7AEE-C84E-CB3903F03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833"/>
            <a:ext cx="7227570" cy="4801130"/>
          </a:xfrm>
        </p:spPr>
        <p:txBody>
          <a:bodyPr>
            <a:normAutofit/>
          </a:bodyPr>
          <a:lstStyle/>
          <a:p>
            <a:r>
              <a:rPr lang="en-US" dirty="0"/>
              <a:t>Create a folder named </a:t>
            </a:r>
            <a:r>
              <a:rPr lang="en-US" b="1" dirty="0"/>
              <a:t>bootcamp </a:t>
            </a:r>
            <a:r>
              <a:rPr lang="en-US" dirty="0"/>
              <a:t>in </a:t>
            </a:r>
            <a:r>
              <a:rPr lang="en-US" b="1" dirty="0"/>
              <a:t>C:\</a:t>
            </a:r>
            <a:r>
              <a:rPr lang="en-US" dirty="0"/>
              <a:t>.</a:t>
            </a:r>
          </a:p>
          <a:p>
            <a:pPr lvl="1"/>
            <a:r>
              <a:rPr lang="en-US" sz="2800" dirty="0"/>
              <a:t>C:\bootcamp</a:t>
            </a:r>
          </a:p>
          <a:p>
            <a:pPr lvl="1"/>
            <a:endParaRPr lang="en-US" sz="2800" dirty="0"/>
          </a:p>
          <a:p>
            <a:r>
              <a:rPr lang="en-US" dirty="0"/>
              <a:t>Open a command line on the folder.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endParaRPr lang="en-US" sz="2800" dirty="0"/>
          </a:p>
          <a:p>
            <a:pPr lvl="1"/>
            <a:endParaRPr lang="en-US" sz="2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242A132-3343-37E0-A0E9-C615566C1D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725"/>
            <a:ext cx="10515600" cy="693959"/>
          </a:xfrm>
        </p:spPr>
        <p:txBody>
          <a:bodyPr anchor="ctr">
            <a:normAutofit/>
          </a:bodyPr>
          <a:lstStyle/>
          <a:p>
            <a:r>
              <a:rPr lang="en-US" dirty="0"/>
              <a:t>Creating the .NET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4AA2AC-ED7C-6A00-0C21-A915411A631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70729" y="6454962"/>
            <a:ext cx="45231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AE10CB6-4CE5-4ABA-9365-71738FB6FBE3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5D7542B-A575-D38C-2F7C-ACABB648788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3709" b="-2"/>
          <a:stretch>
            <a:fillRect/>
          </a:stretch>
        </p:blipFill>
        <p:spPr>
          <a:xfrm>
            <a:off x="8256270" y="1375833"/>
            <a:ext cx="3097529" cy="480113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11831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62881C-E835-3BFA-A11F-A803998F72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651168E-9549-36B4-423E-058F69D73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Run the command:</a:t>
            </a:r>
          </a:p>
          <a:p>
            <a:pPr lvl="1"/>
            <a:r>
              <a:rPr lang="en-US" dirty="0"/>
              <a:t>dotnet new console –n </a:t>
            </a:r>
            <a:r>
              <a:rPr lang="en-US" dirty="0" err="1"/>
              <a:t>BootcampEF</a:t>
            </a:r>
            <a:endParaRPr lang="en-US" dirty="0"/>
          </a:p>
          <a:p>
            <a:endParaRPr lang="en-US" dirty="0"/>
          </a:p>
          <a:p>
            <a:r>
              <a:rPr lang="en-US" dirty="0"/>
              <a:t>This will create a project named </a:t>
            </a:r>
            <a:r>
              <a:rPr lang="en-US" b="1" dirty="0" err="1"/>
              <a:t>BootcampEF</a:t>
            </a:r>
            <a:r>
              <a:rPr lang="en-US" dirty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D104309-2474-DD69-8115-9F03D207A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the .NET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5C7562-0A80-2EA0-B091-9EC350CFA63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6149E0E-3D64-B86D-D3CC-C711E2D00C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2076758"/>
              </p:ext>
            </p:extLst>
          </p:nvPr>
        </p:nvGraphicFramePr>
        <p:xfrm>
          <a:off x="1815431" y="3590978"/>
          <a:ext cx="8128000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59687340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4740343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2880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dotnet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.NET CLI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8236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26776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Cosole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Console application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43628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-n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7791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BootcampEF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Project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83201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2203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95229-51C1-06C5-292E-E1F44B6A08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975CFE-13CD-3C74-3957-E2541D179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725"/>
            <a:ext cx="10515600" cy="693959"/>
          </a:xfrm>
        </p:spPr>
        <p:txBody>
          <a:bodyPr anchor="ctr">
            <a:normAutofit/>
          </a:bodyPr>
          <a:lstStyle/>
          <a:p>
            <a:r>
              <a:rPr lang="en-US" dirty="0"/>
              <a:t>Creating the .NET Project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CDA86E-6A66-7AD3-E9A9-EE6EC343250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70729" y="6454962"/>
            <a:ext cx="45231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AE10CB6-4CE5-4ABA-9365-71738FB6FBE3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  <p:graphicFrame>
        <p:nvGraphicFramePr>
          <p:cNvPr id="6" name="Content Placeholder 1">
            <a:extLst>
              <a:ext uri="{FF2B5EF4-FFF2-40B4-BE49-F238E27FC236}">
                <a16:creationId xmlns:a16="http://schemas.microsoft.com/office/drawing/2014/main" id="{174B39A1-89E3-A5C1-B309-F450688882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86733402"/>
              </p:ext>
            </p:extLst>
          </p:nvPr>
        </p:nvGraphicFramePr>
        <p:xfrm>
          <a:off x="838200" y="1375833"/>
          <a:ext cx="10515600" cy="48011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58092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E49507-864F-7852-6ABC-CCBEFF4169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156D46-1898-DE11-5ED1-224AF9DCE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375833"/>
            <a:ext cx="8883316" cy="4801130"/>
          </a:xfrm>
        </p:spPr>
        <p:txBody>
          <a:bodyPr/>
          <a:lstStyle/>
          <a:p>
            <a:r>
              <a:rPr lang="en-US" b="1" dirty="0"/>
              <a:t>EF Core Main Package </a:t>
            </a:r>
            <a:r>
              <a:rPr lang="en-US" dirty="0"/>
              <a:t>(Entity Framework)</a:t>
            </a:r>
          </a:p>
          <a:p>
            <a:pPr lvl="1"/>
            <a:r>
              <a:rPr lang="en-US" dirty="0"/>
              <a:t>An </a:t>
            </a:r>
            <a:r>
              <a:rPr lang="en-US" b="1" dirty="0"/>
              <a:t>ORM (Object-Relational Mapping) package</a:t>
            </a:r>
            <a:r>
              <a:rPr lang="en-US" dirty="0"/>
              <a:t> is a library that lets you interact with a database using </a:t>
            </a:r>
            <a:r>
              <a:rPr lang="en-US" b="1" dirty="0"/>
              <a:t>objects and methods</a:t>
            </a:r>
            <a:r>
              <a:rPr lang="en-US" dirty="0"/>
              <a:t> instead of writing raw SQL queries. It maps database tables to programming language classes, and rows to objects, making database operations more intuitive and less error-prone.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In </a:t>
            </a:r>
            <a:r>
              <a:rPr lang="en-US" b="1" dirty="0"/>
              <a:t>VS Code</a:t>
            </a:r>
            <a:r>
              <a:rPr lang="en-US" dirty="0"/>
              <a:t>, open a new Terminal, then run the command:</a:t>
            </a:r>
          </a:p>
          <a:p>
            <a:pPr lvl="2"/>
            <a:r>
              <a:rPr lang="en-US" dirty="0"/>
              <a:t>dotnet add package </a:t>
            </a:r>
            <a:r>
              <a:rPr lang="en-US" dirty="0" err="1"/>
              <a:t>Microsoft.EntityFrameworkCore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4711C43-5446-84A9-1754-106520BC3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Packages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730680-0DD7-10AD-E24B-5754C7F65B3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10924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B5571E-4AA0-A582-4907-EC6983F76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8079B64-3E39-831D-2D08-D189918C15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375833"/>
            <a:ext cx="8883316" cy="4801130"/>
          </a:xfrm>
        </p:spPr>
        <p:txBody>
          <a:bodyPr/>
          <a:lstStyle/>
          <a:p>
            <a:r>
              <a:rPr lang="en-US" b="1" dirty="0"/>
              <a:t>Design Package</a:t>
            </a:r>
          </a:p>
          <a:p>
            <a:pPr lvl="1"/>
            <a:r>
              <a:rPr lang="en-US" dirty="0"/>
              <a:t>This package helps us use migrations. a </a:t>
            </a:r>
            <a:r>
              <a:rPr lang="en-US" b="1" dirty="0"/>
              <a:t>migration</a:t>
            </a:r>
            <a:r>
              <a:rPr lang="en-US" dirty="0"/>
              <a:t> is a way to </a:t>
            </a:r>
            <a:r>
              <a:rPr lang="en-US" b="1" dirty="0"/>
              <a:t>track and apply changes to your database schema</a:t>
            </a:r>
            <a:r>
              <a:rPr lang="en-US" dirty="0"/>
              <a:t> over time using code.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Run the command:</a:t>
            </a:r>
          </a:p>
          <a:p>
            <a:pPr lvl="2"/>
            <a:r>
              <a:rPr lang="en-US" dirty="0"/>
              <a:t>dotnet add package </a:t>
            </a:r>
            <a:r>
              <a:rPr lang="en-US" dirty="0" err="1"/>
              <a:t>Microsoft.EntityFrameworkCore.Design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D4CC37-30F1-C292-FC77-B156C6C95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Packages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620391-BAA5-3072-5481-9E1547E2A3D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2935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64303-5C97-1535-1307-5CEB22DFE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BC4D96-A5FD-AA42-11BC-272C1517A9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375833"/>
            <a:ext cx="8883316" cy="4801130"/>
          </a:xfrm>
        </p:spPr>
        <p:txBody>
          <a:bodyPr/>
          <a:lstStyle/>
          <a:p>
            <a:r>
              <a:rPr lang="en-US" b="1" dirty="0" err="1"/>
              <a:t>PotgreSQL</a:t>
            </a:r>
            <a:r>
              <a:rPr lang="en-US" b="1" dirty="0"/>
              <a:t> Provider</a:t>
            </a:r>
          </a:p>
          <a:p>
            <a:pPr lvl="1"/>
            <a:r>
              <a:rPr lang="en-US" dirty="0"/>
              <a:t>This package allows EF Core to communicate specifically with </a:t>
            </a:r>
            <a:r>
              <a:rPr lang="en-US" b="1" dirty="0"/>
              <a:t>PostgreSQL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Run the command:</a:t>
            </a:r>
          </a:p>
          <a:p>
            <a:pPr lvl="2"/>
            <a:r>
              <a:rPr lang="en-US" dirty="0"/>
              <a:t>dotnet add package </a:t>
            </a:r>
            <a:r>
              <a:rPr lang="en-US" dirty="0" err="1"/>
              <a:t>Npgsql.EntityFrameworkCore.PostgreSQL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5755707-EF4E-70B8-3293-7E24500D7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Packages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FDE68C-4BBB-18A9-A23D-0A455E5137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9448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3CB70-3566-22B6-FC11-89EECCFE3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71C9946-B94E-7668-2339-21700201C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688" y="848518"/>
            <a:ext cx="8047249" cy="2008982"/>
          </a:xfrm>
        </p:spPr>
        <p:txBody>
          <a:bodyPr/>
          <a:lstStyle/>
          <a:p>
            <a:r>
              <a:rPr lang="en-US"/>
              <a:t>Integration Proper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F40BB59-07AA-B514-5AAD-C547C392CFA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19237" y="3354917"/>
            <a:ext cx="7717895" cy="1052513"/>
          </a:xfrm>
        </p:spPr>
        <p:txBody>
          <a:bodyPr>
            <a:normAutofit/>
          </a:bodyPr>
          <a:lstStyle/>
          <a:p>
            <a:r>
              <a:rPr lang="en-US" dirty="0"/>
              <a:t>Connect your code to the database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BC891EA-118D-2F1E-EC3B-C4FFAF64B60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4226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6FDC8-8845-BE13-0DAF-8F53135CF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78DC37D-48C6-3FDD-6B57-D7D4CCE48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375833"/>
            <a:ext cx="8883316" cy="4801130"/>
          </a:xfrm>
        </p:spPr>
        <p:txBody>
          <a:bodyPr/>
          <a:lstStyle/>
          <a:p>
            <a:r>
              <a:rPr lang="en-US" b="1" dirty="0"/>
              <a:t>A Model is:</a:t>
            </a:r>
          </a:p>
          <a:p>
            <a:pPr lvl="1"/>
            <a:r>
              <a:rPr lang="en-US" dirty="0"/>
              <a:t>A </a:t>
            </a:r>
            <a:r>
              <a:rPr lang="en-US" b="1" dirty="0"/>
              <a:t>C# class </a:t>
            </a:r>
            <a:r>
              <a:rPr lang="en-US" dirty="0"/>
              <a:t>that represents the structure of data in the database.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“A model is like a blueprint or template for our data.”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In </a:t>
            </a:r>
            <a:r>
              <a:rPr lang="en-US" b="1" dirty="0"/>
              <a:t>Entity Framework Core</a:t>
            </a:r>
            <a:r>
              <a:rPr lang="en-US" dirty="0"/>
              <a:t>, models represent </a:t>
            </a:r>
            <a:r>
              <a:rPr lang="en-US" b="1" dirty="0"/>
              <a:t>database tables</a:t>
            </a:r>
            <a:r>
              <a:rPr lang="en-US" dirty="0"/>
              <a:t>.”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150721-BACF-CEC9-00D2-6D013EB61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the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30F593-D8A2-962E-E762-1ED4C55E65C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7777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A1926-2945-8790-42D8-C012EF8BC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9725BD6-192B-0DE1-82B1-2EF91C69D6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725"/>
            <a:ext cx="10515600" cy="693959"/>
          </a:xfrm>
        </p:spPr>
        <p:txBody>
          <a:bodyPr anchor="ctr">
            <a:normAutofit/>
          </a:bodyPr>
          <a:lstStyle/>
          <a:p>
            <a:r>
              <a:rPr lang="en-US" dirty="0"/>
              <a:t>Creating the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98B1F-A320-E5CE-7DDE-0DAC0798030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70729" y="6454962"/>
            <a:ext cx="45231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AE10CB6-4CE5-4ABA-9365-71738FB6FBE3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  <p:graphicFrame>
        <p:nvGraphicFramePr>
          <p:cNvPr id="6" name="Content Placeholder 1">
            <a:extLst>
              <a:ext uri="{FF2B5EF4-FFF2-40B4-BE49-F238E27FC236}">
                <a16:creationId xmlns:a16="http://schemas.microsoft.com/office/drawing/2014/main" id="{9C95AF06-EC38-3AC9-AAAB-9638F807D60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7166894"/>
              </p:ext>
            </p:extLst>
          </p:nvPr>
        </p:nvGraphicFramePr>
        <p:xfrm>
          <a:off x="838200" y="1375833"/>
          <a:ext cx="10515600" cy="48011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2645575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250A8-A93C-0530-0D80-61AF18519C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FCD5948-4D9C-76DC-50B0-11817B304C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375833"/>
            <a:ext cx="8883316" cy="4801130"/>
          </a:xfrm>
        </p:spPr>
        <p:txBody>
          <a:bodyPr/>
          <a:lstStyle/>
          <a:p>
            <a:r>
              <a:rPr lang="en-US" b="1" dirty="0"/>
              <a:t>public class Student</a:t>
            </a:r>
          </a:p>
          <a:p>
            <a:pPr lvl="1"/>
            <a:r>
              <a:rPr lang="en-US" dirty="0"/>
              <a:t>This creates a class named Student.</a:t>
            </a:r>
          </a:p>
          <a:p>
            <a:pPr lvl="1"/>
            <a:r>
              <a:rPr lang="en-US" dirty="0" err="1"/>
              <a:t>EntityFramework</a:t>
            </a:r>
            <a:r>
              <a:rPr lang="en-US" dirty="0"/>
              <a:t> will convert this class into a database table.</a:t>
            </a:r>
          </a:p>
          <a:p>
            <a:pPr lvl="1"/>
            <a:endParaRPr lang="en-US" dirty="0"/>
          </a:p>
          <a:p>
            <a:r>
              <a:rPr lang="en-US" b="1" dirty="0"/>
              <a:t>public int Id</a:t>
            </a:r>
          </a:p>
          <a:p>
            <a:pPr lvl="1"/>
            <a:r>
              <a:rPr lang="en-US" dirty="0"/>
              <a:t>This becomes the </a:t>
            </a:r>
            <a:r>
              <a:rPr lang="en-US" b="1" dirty="0"/>
              <a:t>Primary Key </a:t>
            </a:r>
            <a:r>
              <a:rPr lang="en-US" dirty="0"/>
              <a:t>in the database table. </a:t>
            </a:r>
          </a:p>
          <a:p>
            <a:pPr lvl="1"/>
            <a:r>
              <a:rPr lang="en-US" b="1" dirty="0"/>
              <a:t>EF Core </a:t>
            </a:r>
            <a:r>
              <a:rPr lang="en-US" dirty="0"/>
              <a:t>automatically recognizes a property named </a:t>
            </a:r>
            <a:r>
              <a:rPr lang="en-US" b="1" dirty="0"/>
              <a:t>Id</a:t>
            </a:r>
            <a:r>
              <a:rPr lang="en-US" dirty="0"/>
              <a:t> as the </a:t>
            </a:r>
            <a:r>
              <a:rPr lang="en-US" b="1" dirty="0"/>
              <a:t>Primary Key</a:t>
            </a:r>
            <a:r>
              <a:rPr lang="en-US" dirty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C647C8-4EB7-6089-AD37-910D00F07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88328C-B820-97D7-9D75-F033417A71F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73601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69B923-E951-50FF-3920-3D1B42717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D048FA-B503-3090-D598-3E7E9B50DA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375833"/>
            <a:ext cx="8883316" cy="4801130"/>
          </a:xfrm>
        </p:spPr>
        <p:txBody>
          <a:bodyPr/>
          <a:lstStyle/>
          <a:p>
            <a:r>
              <a:rPr lang="en-US" b="1" dirty="0"/>
              <a:t>public string Name</a:t>
            </a:r>
          </a:p>
          <a:p>
            <a:pPr lvl="1"/>
            <a:r>
              <a:rPr lang="en-US" dirty="0"/>
              <a:t>This becomes a column in the database named </a:t>
            </a:r>
            <a:r>
              <a:rPr lang="en-US" b="1" dirty="0"/>
              <a:t>Name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r>
              <a:rPr lang="en-US" b="1" dirty="0"/>
              <a:t>public string Course</a:t>
            </a:r>
          </a:p>
          <a:p>
            <a:pPr lvl="1"/>
            <a:r>
              <a:rPr lang="en-US" dirty="0"/>
              <a:t>This becomes a column in the database named </a:t>
            </a:r>
            <a:r>
              <a:rPr lang="en-US" b="1" dirty="0"/>
              <a:t>Course</a:t>
            </a:r>
            <a:r>
              <a:rPr lang="en-US" dirty="0"/>
              <a:t>.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347E79C-05C2-E00D-F97A-FF3CEB77C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59F1ED-344A-6692-589D-88AE406341A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18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6E9993E-9162-C525-8777-C94F789ABB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8218327"/>
              </p:ext>
            </p:extLst>
          </p:nvPr>
        </p:nvGraphicFramePr>
        <p:xfrm>
          <a:off x="3752850" y="3986678"/>
          <a:ext cx="4489450" cy="2118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4725">
                  <a:extLst>
                    <a:ext uri="{9D8B030D-6E8A-4147-A177-3AD203B41FA5}">
                      <a16:colId xmlns:a16="http://schemas.microsoft.com/office/drawing/2014/main" val="1632564267"/>
                    </a:ext>
                  </a:extLst>
                </a:gridCol>
                <a:gridCol w="2244725">
                  <a:extLst>
                    <a:ext uri="{9D8B030D-6E8A-4147-A177-3AD203B41FA5}">
                      <a16:colId xmlns:a16="http://schemas.microsoft.com/office/drawing/2014/main" val="4160401340"/>
                    </a:ext>
                  </a:extLst>
                </a:gridCol>
              </a:tblGrid>
              <a:tr h="423756">
                <a:tc>
                  <a:txBody>
                    <a:bodyPr/>
                    <a:lstStyle/>
                    <a:p>
                      <a:r>
                        <a:rPr lang="en-US" dirty="0"/>
                        <a:t>C# Object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8420571"/>
                  </a:ext>
                </a:extLst>
              </a:tr>
              <a:tr h="423756">
                <a:tc>
                  <a:txBody>
                    <a:bodyPr/>
                    <a:lstStyle/>
                    <a:p>
                      <a:r>
                        <a:rPr lang="en-US" dirty="0"/>
                        <a:t>Student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Student table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6143452"/>
                  </a:ext>
                </a:extLst>
              </a:tr>
              <a:tr h="423756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Id column (PK)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5771251"/>
                  </a:ext>
                </a:extLst>
              </a:tr>
              <a:tr h="423756"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 column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143172"/>
                  </a:ext>
                </a:extLst>
              </a:tr>
              <a:tr h="423756">
                <a:tc>
                  <a:txBody>
                    <a:bodyPr/>
                    <a:lstStyle/>
                    <a:p>
                      <a:r>
                        <a:rPr lang="en-US" dirty="0"/>
                        <a:t>Course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course column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72095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42157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B4778B-6D02-3F50-9811-A758A827A6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833"/>
            <a:ext cx="9200535" cy="4572683"/>
          </a:xfrm>
        </p:spPr>
        <p:txBody>
          <a:bodyPr>
            <a:normAutofit/>
          </a:bodyPr>
          <a:lstStyle/>
          <a:p>
            <a:r>
              <a:rPr lang="en-US" sz="3600" b="1" dirty="0"/>
              <a:t>Rules of the game:</a:t>
            </a:r>
          </a:p>
          <a:p>
            <a:pPr lvl="1"/>
            <a:r>
              <a:rPr lang="en-US" sz="3200" dirty="0"/>
              <a:t>We need </a:t>
            </a:r>
            <a:r>
              <a:rPr lang="en-US" sz="3200" b="1" dirty="0"/>
              <a:t>6 players </a:t>
            </a:r>
            <a:r>
              <a:rPr lang="en-US" sz="3200" dirty="0"/>
              <a:t>for this game.</a:t>
            </a:r>
          </a:p>
          <a:p>
            <a:pPr lvl="1"/>
            <a:r>
              <a:rPr lang="en-US" sz="3200" dirty="0"/>
              <a:t>Each player will be adding code lines one-by-one to complete the requirement. </a:t>
            </a:r>
          </a:p>
          <a:p>
            <a:pPr lvl="1"/>
            <a:r>
              <a:rPr lang="en-US" sz="3200" dirty="0"/>
              <a:t>The next player can do </a:t>
            </a:r>
            <a:r>
              <a:rPr lang="en-US" sz="3200" b="1" dirty="0"/>
              <a:t>only 1 of the two things</a:t>
            </a:r>
            <a:r>
              <a:rPr lang="en-US" sz="3200" dirty="0"/>
              <a:t>:</a:t>
            </a:r>
          </a:p>
          <a:p>
            <a:pPr lvl="2"/>
            <a:r>
              <a:rPr lang="en-US" sz="2800" dirty="0"/>
              <a:t>Add a new line of code.</a:t>
            </a:r>
          </a:p>
          <a:p>
            <a:pPr lvl="2"/>
            <a:r>
              <a:rPr lang="en-US" sz="2800" dirty="0"/>
              <a:t>Modify </a:t>
            </a:r>
            <a:r>
              <a:rPr lang="en-US" sz="2800" b="1" dirty="0"/>
              <a:t>ONLY 1 line</a:t>
            </a:r>
            <a:r>
              <a:rPr lang="en-US" sz="2800" dirty="0"/>
              <a:t> to correct the code.</a:t>
            </a:r>
          </a:p>
          <a:p>
            <a:pPr lvl="1"/>
            <a:r>
              <a:rPr lang="en-US" sz="3200" dirty="0"/>
              <a:t>Please code properly. </a:t>
            </a:r>
            <a:r>
              <a:rPr lang="en-US" sz="3200" b="1" dirty="0"/>
              <a:t>One line per player ONLY!</a:t>
            </a:r>
          </a:p>
          <a:p>
            <a:pPr lvl="1"/>
            <a:r>
              <a:rPr lang="en-US" sz="3200" b="1" dirty="0"/>
              <a:t>The winning team will receive a PRIZE! </a:t>
            </a:r>
            <a:r>
              <a:rPr lang="en-US" sz="3200" b="1" dirty="0">
                <a:sym typeface="Wingdings" panose="05000000000000000000" pitchFamily="2" charset="2"/>
              </a:rPr>
              <a:t></a:t>
            </a:r>
            <a:endParaRPr lang="en-US" sz="3200" b="1" dirty="0"/>
          </a:p>
          <a:p>
            <a:pPr marL="0" indent="0">
              <a:buNone/>
            </a:pPr>
            <a:endParaRPr lang="en-US" sz="3600" dirty="0"/>
          </a:p>
          <a:p>
            <a:endParaRPr lang="en-US" sz="3600" dirty="0"/>
          </a:p>
          <a:p>
            <a:pPr lvl="2"/>
            <a:endParaRPr lang="en-US" sz="2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B4AB479-8E47-FA7C-55EA-393914A8C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Game – Coding Relay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990D47-2FCA-1B88-D5E8-ED665F01E1C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7679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DF79F-22C6-1C36-FC2F-A7CE40A96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9A1E65-9B38-2617-4D95-51AA83471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833"/>
            <a:ext cx="9200535" cy="4572683"/>
          </a:xfrm>
        </p:spPr>
        <p:txBody>
          <a:bodyPr>
            <a:normAutofit lnSpcReduction="10000"/>
          </a:bodyPr>
          <a:lstStyle/>
          <a:p>
            <a:r>
              <a:rPr lang="en-US" sz="3600" b="1" dirty="0"/>
              <a:t>Create a model:</a:t>
            </a:r>
          </a:p>
          <a:p>
            <a:pPr lvl="1"/>
            <a:r>
              <a:rPr lang="en-US" sz="3200" b="1" dirty="0"/>
              <a:t>Name</a:t>
            </a:r>
            <a:r>
              <a:rPr lang="en-US" sz="3200" dirty="0"/>
              <a:t>: Contacts</a:t>
            </a:r>
          </a:p>
          <a:p>
            <a:pPr lvl="1"/>
            <a:r>
              <a:rPr lang="en-US" sz="3200" b="1" dirty="0"/>
              <a:t>Properties:</a:t>
            </a:r>
          </a:p>
          <a:p>
            <a:pPr lvl="2"/>
            <a:r>
              <a:rPr lang="en-US" sz="2800" b="1" dirty="0"/>
              <a:t>Id:</a:t>
            </a:r>
            <a:r>
              <a:rPr lang="en-US" sz="2800" dirty="0"/>
              <a:t> number</a:t>
            </a:r>
          </a:p>
          <a:p>
            <a:pPr lvl="2"/>
            <a:r>
              <a:rPr lang="en-US" sz="2800" b="1" dirty="0"/>
              <a:t>Name: </a:t>
            </a:r>
            <a:r>
              <a:rPr lang="en-US" sz="2800" dirty="0"/>
              <a:t>text</a:t>
            </a:r>
          </a:p>
          <a:p>
            <a:pPr lvl="2"/>
            <a:r>
              <a:rPr lang="en-US" sz="2800" b="1" dirty="0"/>
              <a:t>Age: </a:t>
            </a:r>
            <a:r>
              <a:rPr lang="en-US" sz="2800" dirty="0"/>
              <a:t>number</a:t>
            </a:r>
          </a:p>
          <a:p>
            <a:pPr lvl="2"/>
            <a:r>
              <a:rPr lang="en-US" sz="2800" b="1" dirty="0"/>
              <a:t>Gender: </a:t>
            </a:r>
            <a:r>
              <a:rPr lang="en-US" sz="2800" dirty="0"/>
              <a:t>text</a:t>
            </a:r>
          </a:p>
          <a:p>
            <a:pPr lvl="2"/>
            <a:r>
              <a:rPr lang="en-US" sz="2800" b="1" dirty="0"/>
              <a:t>Address: </a:t>
            </a:r>
            <a:r>
              <a:rPr lang="en-US" sz="2800" dirty="0"/>
              <a:t> text</a:t>
            </a:r>
          </a:p>
          <a:p>
            <a:pPr lvl="2"/>
            <a:r>
              <a:rPr lang="en-US" sz="2800" b="1" dirty="0" err="1"/>
              <a:t>Contact_Number</a:t>
            </a:r>
            <a:r>
              <a:rPr lang="en-US" sz="2800" b="1" dirty="0"/>
              <a:t>: </a:t>
            </a:r>
            <a:r>
              <a:rPr lang="en-US" sz="2800" dirty="0"/>
              <a:t>text</a:t>
            </a:r>
          </a:p>
          <a:p>
            <a:pPr lvl="2"/>
            <a:r>
              <a:rPr lang="en-US" sz="2800" b="1" dirty="0"/>
              <a:t>Email: </a:t>
            </a:r>
            <a:r>
              <a:rPr lang="en-US" sz="2800" dirty="0"/>
              <a:t>text</a:t>
            </a:r>
            <a:r>
              <a:rPr lang="en-US" sz="3600" b="1" dirty="0"/>
              <a:t>	</a:t>
            </a:r>
            <a:endParaRPr lang="en-US" sz="3200" b="1" dirty="0"/>
          </a:p>
          <a:p>
            <a:pPr marL="0" indent="0">
              <a:buNone/>
            </a:pPr>
            <a:endParaRPr lang="en-US" sz="3600" dirty="0"/>
          </a:p>
          <a:p>
            <a:endParaRPr lang="en-US" sz="3600" dirty="0"/>
          </a:p>
          <a:p>
            <a:pPr lvl="2"/>
            <a:endParaRPr lang="en-US" sz="28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345523D-0C78-0E87-59F6-03BC358DE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Game – Coding Relay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A8AF4B-EEB1-BCF6-1A50-C42FF44A70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5599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29CEB-3E41-FC07-AF94-0384C061A0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A640DC8-F87F-671E-98C1-658E91F408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375833"/>
            <a:ext cx="8883316" cy="4801130"/>
          </a:xfrm>
        </p:spPr>
        <p:txBody>
          <a:bodyPr/>
          <a:lstStyle/>
          <a:p>
            <a:r>
              <a:rPr lang="en-US" b="1" dirty="0" err="1"/>
              <a:t>DbContext</a:t>
            </a:r>
            <a:r>
              <a:rPr lang="en-US" dirty="0"/>
              <a:t> is the heart of Entity Framework.</a:t>
            </a:r>
          </a:p>
          <a:p>
            <a:pPr lvl="1"/>
            <a:r>
              <a:rPr lang="en-US" dirty="0"/>
              <a:t>Manages database connection</a:t>
            </a:r>
          </a:p>
          <a:p>
            <a:pPr lvl="1"/>
            <a:r>
              <a:rPr lang="en-US" dirty="0"/>
              <a:t>Handles queries</a:t>
            </a:r>
          </a:p>
          <a:p>
            <a:pPr lvl="1"/>
            <a:r>
              <a:rPr lang="en-US" dirty="0"/>
              <a:t>Saves changes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73A7E1F-F853-6129-1C8D-1B6422B12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</a:t>
            </a:r>
            <a:r>
              <a:rPr lang="en-US" dirty="0" err="1"/>
              <a:t>DBContext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84167A-D4ED-8265-4FFC-DB6C48B5496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2462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182CF-44EE-27A7-D7C1-3B6BFDB786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363D4EE-08BC-8486-8825-2EE494C5C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725"/>
            <a:ext cx="10515600" cy="693959"/>
          </a:xfrm>
        </p:spPr>
        <p:txBody>
          <a:bodyPr anchor="ctr">
            <a:normAutofit/>
          </a:bodyPr>
          <a:lstStyle/>
          <a:p>
            <a:r>
              <a:rPr lang="en-US" dirty="0"/>
              <a:t>Creating </a:t>
            </a:r>
            <a:r>
              <a:rPr lang="en-US" dirty="0" err="1"/>
              <a:t>DBContext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06F6D-CD45-E603-C0D8-94D4B80000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70729" y="6454962"/>
            <a:ext cx="45231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AE10CB6-4CE5-4ABA-9365-71738FB6FBE3}" type="slidenum">
              <a:rPr lang="en-US" smtClean="0"/>
              <a:pPr>
                <a:spcAft>
                  <a:spcPts val="600"/>
                </a:spcAft>
              </a:pPr>
              <a:t>22</a:t>
            </a:fld>
            <a:endParaRPr lang="en-US"/>
          </a:p>
        </p:txBody>
      </p:sp>
      <p:graphicFrame>
        <p:nvGraphicFramePr>
          <p:cNvPr id="6" name="Content Placeholder 1">
            <a:extLst>
              <a:ext uri="{FF2B5EF4-FFF2-40B4-BE49-F238E27FC236}">
                <a16:creationId xmlns:a16="http://schemas.microsoft.com/office/drawing/2014/main" id="{2FC4655F-C867-2C53-14E2-85C86B2B25C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2167583"/>
              </p:ext>
            </p:extLst>
          </p:nvPr>
        </p:nvGraphicFramePr>
        <p:xfrm>
          <a:off x="838200" y="1375833"/>
          <a:ext cx="10515600" cy="48011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5585678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76FE92-706D-223D-F5F7-C55128ADB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622D75D-78D6-6442-5AE1-B86590F86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375833"/>
            <a:ext cx="8883316" cy="4801130"/>
          </a:xfrm>
        </p:spPr>
        <p:txBody>
          <a:bodyPr>
            <a:normAutofit/>
          </a:bodyPr>
          <a:lstStyle/>
          <a:p>
            <a:r>
              <a:rPr lang="en-US" b="1" dirty="0" err="1"/>
              <a:t>DbSet</a:t>
            </a:r>
            <a:r>
              <a:rPr lang="en-US" b="1" dirty="0"/>
              <a:t>&lt;Student&gt;</a:t>
            </a:r>
          </a:p>
          <a:p>
            <a:pPr lvl="1"/>
            <a:r>
              <a:rPr lang="en-US" dirty="0"/>
              <a:t>Represent the </a:t>
            </a:r>
            <a:r>
              <a:rPr lang="en-US" b="1" dirty="0"/>
              <a:t>Student</a:t>
            </a:r>
            <a:r>
              <a:rPr lang="en-US" dirty="0"/>
              <a:t> </a:t>
            </a:r>
            <a:r>
              <a:rPr lang="en-US" b="1" dirty="0"/>
              <a:t>table</a:t>
            </a:r>
            <a:r>
              <a:rPr lang="en-US" dirty="0"/>
              <a:t> or the </a:t>
            </a:r>
            <a:r>
              <a:rPr lang="en-US" b="1" dirty="0"/>
              <a:t>Student</a:t>
            </a:r>
            <a:r>
              <a:rPr lang="en-US" dirty="0"/>
              <a:t> </a:t>
            </a:r>
            <a:r>
              <a:rPr lang="en-US" b="1" dirty="0"/>
              <a:t>model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r>
              <a:rPr lang="en-US" b="1" dirty="0" err="1"/>
              <a:t>UseNpgsql</a:t>
            </a:r>
            <a:r>
              <a:rPr lang="en-US" b="1" dirty="0"/>
              <a:t>()</a:t>
            </a:r>
          </a:p>
          <a:p>
            <a:pPr lvl="1"/>
            <a:r>
              <a:rPr lang="en-US" dirty="0"/>
              <a:t>Connect EF Core to </a:t>
            </a:r>
            <a:r>
              <a:rPr lang="en-US" b="1" dirty="0"/>
              <a:t>PostgreSQL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b="1" dirty="0"/>
              <a:t>Connection String</a:t>
            </a:r>
          </a:p>
          <a:p>
            <a:pPr lvl="1"/>
            <a:r>
              <a:rPr lang="en-US" dirty="0"/>
              <a:t>A string containing necessary parameters needed to connect to the PostgreSQL sever.</a:t>
            </a:r>
            <a:r>
              <a:rPr lang="en-US" b="1" dirty="0"/>
              <a:t> </a:t>
            </a:r>
          </a:p>
          <a:p>
            <a:pPr lvl="1"/>
            <a:endParaRPr lang="en-US" dirty="0"/>
          </a:p>
          <a:p>
            <a:pPr lvl="1"/>
            <a:endParaRPr lang="en-US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03441E9-B490-6E99-8B06-0C8CE20C4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DBContext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C9A6A-BB77-E2E6-9519-BE577209F99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1909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8D912-BFC3-1815-1E0B-D3177A3A6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8BE92AC-881D-D703-A42A-3E82A93D4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375833"/>
            <a:ext cx="8883316" cy="1033992"/>
          </a:xfrm>
        </p:spPr>
        <p:txBody>
          <a:bodyPr>
            <a:normAutofit/>
          </a:bodyPr>
          <a:lstStyle/>
          <a:p>
            <a:pPr lvl="0"/>
            <a:r>
              <a:rPr lang="en-US" b="1" dirty="0"/>
              <a:t>Host=</a:t>
            </a:r>
            <a:r>
              <a:rPr lang="en-US" b="1" dirty="0" err="1"/>
              <a:t>localhost;Port</a:t>
            </a:r>
            <a:r>
              <a:rPr lang="en-US" b="1" dirty="0"/>
              <a:t>=5432;Database=</a:t>
            </a:r>
            <a:r>
              <a:rPr lang="en-US" b="1" dirty="0" err="1"/>
              <a:t>bootcamp;Username</a:t>
            </a:r>
            <a:r>
              <a:rPr lang="en-US" b="1" dirty="0"/>
              <a:t>=</a:t>
            </a:r>
            <a:r>
              <a:rPr lang="en-US" b="1" dirty="0" err="1"/>
              <a:t>postgres;Password</a:t>
            </a:r>
            <a:r>
              <a:rPr lang="en-US" b="1" dirty="0"/>
              <a:t>=pa$$w0Rd</a:t>
            </a: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7A6B445-987A-562D-B886-1359D0BBF3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Connection String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C6F6C4-0B48-CD7F-56C7-F2DCB2C0661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24</a:t>
            </a:fld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7DAF7B0-B2D7-A05A-08C6-1407587BB3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3354469"/>
              </p:ext>
            </p:extLst>
          </p:nvPr>
        </p:nvGraphicFramePr>
        <p:xfrm>
          <a:off x="1663700" y="2581974"/>
          <a:ext cx="8128000" cy="249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9663475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22493635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Parameter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437615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Host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Database server name (</a:t>
                      </a:r>
                      <a:r>
                        <a:rPr lang="en-US" dirty="0" err="1"/>
                        <a:t>ip</a:t>
                      </a:r>
                      <a:r>
                        <a:rPr lang="en-US" dirty="0"/>
                        <a:t> address or hostname)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40156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PostgreSQL port (commonly </a:t>
                      </a:r>
                      <a:r>
                        <a:rPr lang="en-US" b="1" dirty="0"/>
                        <a:t>5432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89257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Database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2347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Username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Login username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6083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Password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Login user password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88847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78140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033D9-9D95-BDA4-8132-1DFA19C09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933354-8E15-2374-8C46-A710E57C1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375833"/>
            <a:ext cx="8883316" cy="4801130"/>
          </a:xfrm>
        </p:spPr>
        <p:txBody>
          <a:bodyPr>
            <a:normAutofit/>
          </a:bodyPr>
          <a:lstStyle/>
          <a:p>
            <a:r>
              <a:rPr lang="en-US" b="1" dirty="0"/>
              <a:t>Migrations</a:t>
            </a:r>
            <a:r>
              <a:rPr lang="en-US" dirty="0"/>
              <a:t> allow EF Core to create database structures automatically.</a:t>
            </a:r>
          </a:p>
          <a:p>
            <a:endParaRPr lang="en-US" dirty="0"/>
          </a:p>
          <a:p>
            <a:r>
              <a:rPr lang="en-US" dirty="0"/>
              <a:t>A feature in Entity Framework Core that updates the database structure based on changes in our C# models.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D10B216-CD1C-9CC5-A893-79FFA47A4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Migrations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73950D-1948-B5CC-0A25-8CCE866A566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9968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FCB67-7930-3C4C-46F3-9A0432423F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CBB571D-A396-EBCB-30FA-BB4B179D7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375833"/>
            <a:ext cx="8883316" cy="4801130"/>
          </a:xfrm>
        </p:spPr>
        <p:txBody>
          <a:bodyPr>
            <a:normAutofit/>
          </a:bodyPr>
          <a:lstStyle/>
          <a:p>
            <a:r>
              <a:rPr lang="en-US" dirty="0"/>
              <a:t>To install the migration commands, run the command:</a:t>
            </a:r>
          </a:p>
          <a:p>
            <a:pPr lvl="1"/>
            <a:r>
              <a:rPr lang="en-US" dirty="0"/>
              <a:t>dotnet tool install –-global dotnet-</a:t>
            </a:r>
            <a:r>
              <a:rPr lang="en-US" dirty="0" err="1"/>
              <a:t>ef</a:t>
            </a:r>
            <a:r>
              <a:rPr lang="en-US" dirty="0"/>
              <a:t> 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0822F6-01FA-6928-49DC-BDB8A4B5A7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Installing EF Migration Tool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4EBF6A-A96C-12E4-6BB8-7867C633552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648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9BB14-E208-E21A-D293-5F8D5C7EA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3AD825-EC68-A0A2-AB6E-B89BB4ED68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375833"/>
            <a:ext cx="8883316" cy="4801130"/>
          </a:xfrm>
        </p:spPr>
        <p:txBody>
          <a:bodyPr>
            <a:normAutofit/>
          </a:bodyPr>
          <a:lstStyle/>
          <a:p>
            <a:r>
              <a:rPr lang="en-US" dirty="0"/>
              <a:t>To add migrations, run the command:</a:t>
            </a:r>
          </a:p>
          <a:p>
            <a:pPr lvl="1"/>
            <a:r>
              <a:rPr lang="en-US" dirty="0"/>
              <a:t>dotnet </a:t>
            </a:r>
            <a:r>
              <a:rPr lang="en-US" dirty="0" err="1"/>
              <a:t>ef</a:t>
            </a:r>
            <a:r>
              <a:rPr lang="en-US" dirty="0"/>
              <a:t> migrations add </a:t>
            </a:r>
            <a:r>
              <a:rPr lang="en-US" dirty="0" err="1"/>
              <a:t>InitialCreate</a:t>
            </a:r>
            <a:endParaRPr lang="en-US" dirty="0"/>
          </a:p>
          <a:p>
            <a:pPr lvl="2"/>
            <a:endParaRPr lang="en-US" dirty="0"/>
          </a:p>
          <a:p>
            <a:pPr lvl="2"/>
            <a:r>
              <a:rPr lang="en-US" b="1" dirty="0" err="1"/>
              <a:t>InitialCreate</a:t>
            </a:r>
            <a:r>
              <a:rPr lang="en-US" dirty="0"/>
              <a:t> – name of the migration</a:t>
            </a:r>
          </a:p>
          <a:p>
            <a:pPr lvl="2"/>
            <a:r>
              <a:rPr lang="en-US" dirty="0"/>
              <a:t>This reads the created models.</a:t>
            </a:r>
          </a:p>
          <a:p>
            <a:pPr lvl="2"/>
            <a:r>
              <a:rPr lang="en-US" dirty="0"/>
              <a:t>Generates migration files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A899753-A431-617D-1C9B-42E9A41B7F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Migration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E78F78-2891-BFED-CC4D-C49FD93B347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64458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3E4C2-9E07-6FAF-C768-B14E4ED08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72136F8-16F1-8172-D0C7-54D8EF4A7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375833"/>
            <a:ext cx="8883316" cy="4801130"/>
          </a:xfrm>
        </p:spPr>
        <p:txBody>
          <a:bodyPr>
            <a:normAutofit/>
          </a:bodyPr>
          <a:lstStyle/>
          <a:p>
            <a:r>
              <a:rPr lang="en-US" dirty="0"/>
              <a:t>To apply the migrations to the database, run the command:</a:t>
            </a:r>
          </a:p>
          <a:p>
            <a:pPr lvl="1"/>
            <a:r>
              <a:rPr lang="en-US" dirty="0"/>
              <a:t>dotnet </a:t>
            </a:r>
            <a:r>
              <a:rPr lang="en-US" dirty="0" err="1"/>
              <a:t>ef</a:t>
            </a:r>
            <a:r>
              <a:rPr lang="en-US" dirty="0"/>
              <a:t> database update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This applies the changes to the database based on the created migrations.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5814F6-5BC8-1D1C-2013-64BA98277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Applying Migrations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C342DF-23A3-3758-EFE5-4C25DE92583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8490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57984-BD49-C2D8-C023-0B236957E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060DDC-292E-3BFF-79C3-D17D184556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833"/>
            <a:ext cx="5162550" cy="4801130"/>
          </a:xfrm>
        </p:spPr>
        <p:txBody>
          <a:bodyPr>
            <a:normAutofit/>
          </a:bodyPr>
          <a:lstStyle/>
          <a:p>
            <a:r>
              <a:rPr lang="en-US" dirty="0"/>
              <a:t>Open the </a:t>
            </a:r>
            <a:r>
              <a:rPr lang="en-US" b="1" dirty="0" err="1"/>
              <a:t>pgAdmin</a:t>
            </a:r>
            <a:r>
              <a:rPr lang="en-US" dirty="0"/>
              <a:t> and refresh the </a:t>
            </a:r>
            <a:r>
              <a:rPr lang="en-US" dirty="0" err="1"/>
              <a:t>bootcampdatabase</a:t>
            </a:r>
            <a:r>
              <a:rPr lang="en-US" dirty="0"/>
              <a:t>.</a:t>
            </a:r>
          </a:p>
          <a:p>
            <a:pPr lvl="1"/>
            <a:r>
              <a:rPr lang="en-US" sz="2800" dirty="0"/>
              <a:t>See that the Student table is created with the configured columns.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AC0361-4AB9-3807-2A57-3405CC4B9B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725"/>
            <a:ext cx="10515600" cy="693959"/>
          </a:xfrm>
        </p:spPr>
        <p:txBody>
          <a:bodyPr anchor="ctr">
            <a:normAutofit/>
          </a:bodyPr>
          <a:lstStyle/>
          <a:p>
            <a:r>
              <a:rPr lang="en-US" dirty="0"/>
              <a:t>Refresh the Database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C0FE18-92A9-A27B-6256-F1BF1AE1AC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70729" y="6454962"/>
            <a:ext cx="45231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AE10CB6-4CE5-4ABA-9365-71738FB6FBE3}" type="slidenum">
              <a:rPr lang="en-US" smtClean="0"/>
              <a:pPr>
                <a:spcAft>
                  <a:spcPts val="600"/>
                </a:spcAft>
              </a:pPr>
              <a:t>29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4096BE-A400-9806-553B-8B3C6A7F11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3331" b="-2"/>
          <a:stretch>
            <a:fillRect/>
          </a:stretch>
        </p:blipFill>
        <p:spPr>
          <a:xfrm>
            <a:off x="6191250" y="1375833"/>
            <a:ext cx="5162550" cy="480113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29277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1287E-FB4F-5471-CACD-0D1166BB1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3321273-6B84-7D61-709B-620E307C13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688" y="848518"/>
            <a:ext cx="8047249" cy="2008982"/>
          </a:xfrm>
        </p:spPr>
        <p:txBody>
          <a:bodyPr/>
          <a:lstStyle/>
          <a:p>
            <a:r>
              <a:rPr lang="en-US" dirty="0"/>
              <a:t>CRUD Operations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6437142-E370-443E-41B7-3393746A1C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19237" y="3354917"/>
            <a:ext cx="7717895" cy="550333"/>
          </a:xfrm>
        </p:spPr>
        <p:txBody>
          <a:bodyPr>
            <a:normAutofit/>
          </a:bodyPr>
          <a:lstStyle/>
          <a:p>
            <a:r>
              <a:rPr lang="en-US" dirty="0"/>
              <a:t>Four basic database operations.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5443F7E-6B44-7B66-5F52-E3DA2DD7945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8001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539149-04E0-6BB1-BE20-8D15E0B3B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CCA9EED-014A-B80D-567D-2C4FE3A2D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CRUD Operations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253684-2D33-7B77-CC16-D56BAA08067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31</a:t>
            </a:fld>
            <a:endParaRPr lang="en-US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EE6E7D2-0E29-1D34-40A2-668212496B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964115"/>
              </p:ext>
            </p:extLst>
          </p:nvPr>
        </p:nvGraphicFramePr>
        <p:xfrm>
          <a:off x="1304925" y="1488016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252757917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562617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Letter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Meaning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22676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6440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Read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9351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Update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7508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Delete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33012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75155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1D9710-B20E-4758-C560-923A37057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D9C6C79-69C0-6008-5C32-BE4046E84B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3684"/>
            <a:ext cx="9220200" cy="3500967"/>
          </a:xfrm>
        </p:spPr>
        <p:txBody>
          <a:bodyPr>
            <a:normAutofit/>
          </a:bodyPr>
          <a:lstStyle/>
          <a:p>
            <a:r>
              <a:rPr lang="en-US" dirty="0"/>
              <a:t>Add new record in the database</a:t>
            </a:r>
          </a:p>
          <a:p>
            <a:endParaRPr lang="en-US" sz="2800" dirty="0"/>
          </a:p>
          <a:p>
            <a:r>
              <a:rPr lang="en-US" dirty="0"/>
              <a:t>In VS Code, open </a:t>
            </a:r>
            <a:r>
              <a:rPr lang="en-US" b="1" dirty="0" err="1"/>
              <a:t>Program.cs</a:t>
            </a:r>
            <a:r>
              <a:rPr lang="en-US" b="1" dirty="0"/>
              <a:t> </a:t>
            </a:r>
            <a:r>
              <a:rPr lang="en-US" dirty="0"/>
              <a:t>and overwrite the content with the following C# Code.</a:t>
            </a:r>
          </a:p>
          <a:p>
            <a:endParaRPr lang="en-US" sz="2800" dirty="0"/>
          </a:p>
          <a:p>
            <a:r>
              <a:rPr lang="en-US" dirty="0"/>
              <a:t>Once saved, in the </a:t>
            </a:r>
            <a:r>
              <a:rPr lang="en-US" b="1" dirty="0"/>
              <a:t>Terminal</a:t>
            </a:r>
            <a:r>
              <a:rPr lang="en-US" dirty="0"/>
              <a:t>, run the command:</a:t>
            </a:r>
          </a:p>
          <a:p>
            <a:pPr lvl="1"/>
            <a:r>
              <a:rPr lang="en-US" b="1" dirty="0"/>
              <a:t>dotnet run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25286AA-CF81-8C2B-3FBA-9B2CFC7C5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725"/>
            <a:ext cx="10515600" cy="693959"/>
          </a:xfrm>
        </p:spPr>
        <p:txBody>
          <a:bodyPr anchor="ctr">
            <a:normAutofit/>
          </a:bodyPr>
          <a:lstStyle/>
          <a:p>
            <a:r>
              <a:rPr lang="en-US" dirty="0"/>
              <a:t>Create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6418F8-D88F-D388-1B08-8697F49CF6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70729" y="6454962"/>
            <a:ext cx="45231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AE10CB6-4CE5-4ABA-9365-71738FB6FBE3}" type="slidenum">
              <a:rPr lang="en-US" smtClean="0"/>
              <a:pPr>
                <a:spcAft>
                  <a:spcPts val="600"/>
                </a:spcAft>
              </a:pPr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7605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3D4A5-7207-962D-F65B-D35BA7B91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436733E-E85A-9645-0BD2-C16024A58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3684"/>
            <a:ext cx="4152900" cy="507329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/>
              <a:t>C# Code</a:t>
            </a:r>
          </a:p>
          <a:p>
            <a:pPr marL="0" indent="0">
              <a:buNone/>
            </a:pPr>
            <a:r>
              <a:rPr lang="en-US" sz="1600" dirty="0"/>
              <a:t>using System;</a:t>
            </a:r>
          </a:p>
          <a:p>
            <a:pPr marL="0" indent="0">
              <a:buNone/>
            </a:pPr>
            <a:r>
              <a:rPr lang="en-US" sz="1600" dirty="0"/>
              <a:t>using var context = new </a:t>
            </a:r>
            <a:r>
              <a:rPr lang="en-US" sz="1600" dirty="0" err="1"/>
              <a:t>StudentContext</a:t>
            </a:r>
            <a:r>
              <a:rPr lang="en-US" sz="1600" dirty="0"/>
              <a:t>();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var student = new Student</a:t>
            </a:r>
          </a:p>
          <a:p>
            <a:pPr marL="0" indent="0">
              <a:buNone/>
            </a:pPr>
            <a:r>
              <a:rPr lang="en-US" sz="1600" dirty="0"/>
              <a:t>{</a:t>
            </a:r>
          </a:p>
          <a:p>
            <a:pPr marL="0" indent="0">
              <a:buNone/>
            </a:pPr>
            <a:r>
              <a:rPr lang="en-US" sz="1600" dirty="0"/>
              <a:t>    Name = "John",</a:t>
            </a:r>
          </a:p>
          <a:p>
            <a:pPr marL="0" indent="0">
              <a:buNone/>
            </a:pPr>
            <a:r>
              <a:rPr lang="en-US" sz="1600" dirty="0"/>
              <a:t>    Course = "IT"</a:t>
            </a:r>
          </a:p>
          <a:p>
            <a:pPr marL="0" indent="0">
              <a:buNone/>
            </a:pPr>
            <a:r>
              <a:rPr lang="en-US" sz="1600" dirty="0"/>
              <a:t>};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context.Students.Add</a:t>
            </a:r>
            <a:r>
              <a:rPr lang="en-US" sz="1600" dirty="0"/>
              <a:t>(student);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context.SaveChanges</a:t>
            </a:r>
            <a:r>
              <a:rPr lang="en-US" sz="1600" dirty="0"/>
              <a:t>();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 err="1"/>
              <a:t>Console.WriteLine</a:t>
            </a:r>
            <a:r>
              <a:rPr lang="en-US" sz="1600" dirty="0"/>
              <a:t>("Student Added!");</a:t>
            </a:r>
          </a:p>
          <a:p>
            <a:endParaRPr lang="en-US" sz="1600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885500D-83AE-0560-FC81-FF23646A4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725"/>
            <a:ext cx="10515600" cy="693959"/>
          </a:xfrm>
        </p:spPr>
        <p:txBody>
          <a:bodyPr anchor="ctr">
            <a:normAutofit/>
          </a:bodyPr>
          <a:lstStyle/>
          <a:p>
            <a:r>
              <a:rPr lang="en-US" dirty="0"/>
              <a:t>Create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5D9A8F-6CEF-3C10-6ECB-092D3DE0C29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70729" y="6454962"/>
            <a:ext cx="45231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AE10CB6-4CE5-4ABA-9365-71738FB6FBE3}" type="slidenum">
              <a:rPr lang="en-US" smtClean="0"/>
              <a:pPr>
                <a:spcAft>
                  <a:spcPts val="600"/>
                </a:spcAft>
              </a:pPr>
              <a:t>33</a:t>
            </a:fld>
            <a:endParaRPr lang="en-US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886C42D9-3137-193B-6D9D-2149C9260D2C}"/>
              </a:ext>
            </a:extLst>
          </p:cNvPr>
          <p:cNvSpPr txBox="1">
            <a:spLocks/>
          </p:cNvSpPr>
          <p:nvPr/>
        </p:nvSpPr>
        <p:spPr>
          <a:xfrm>
            <a:off x="4991100" y="1203684"/>
            <a:ext cx="5981701" cy="507329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ource Sans Pro" panose="020B0503030403020204" pitchFamily="34" charset="0"/>
              <a:buChar char="–"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lang="en-US" sz="2000" kern="1200" dirty="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/>
              <a:t>Explanation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Creates a connection object to the database using </a:t>
            </a:r>
            <a:r>
              <a:rPr lang="en-US" sz="1600" b="1" dirty="0" err="1"/>
              <a:t>StudentContext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Creates a new </a:t>
            </a:r>
            <a:r>
              <a:rPr lang="en-US" sz="1600" b="1" dirty="0"/>
              <a:t>Student</a:t>
            </a:r>
            <a:r>
              <a:rPr lang="en-US" sz="1600" dirty="0"/>
              <a:t> object in C#.</a:t>
            </a:r>
          </a:p>
          <a:p>
            <a:pPr marL="0" indent="0">
              <a:buNone/>
            </a:pPr>
            <a:r>
              <a:rPr lang="en-US" sz="1600" dirty="0"/>
              <a:t>{</a:t>
            </a:r>
          </a:p>
          <a:p>
            <a:pPr marL="0" indent="0">
              <a:buNone/>
            </a:pPr>
            <a:r>
              <a:rPr lang="en-US" sz="1600" dirty="0"/>
              <a:t>    Sets the </a:t>
            </a:r>
            <a:r>
              <a:rPr lang="en-US" sz="1600" b="1" dirty="0"/>
              <a:t>Name</a:t>
            </a:r>
            <a:r>
              <a:rPr lang="en-US" sz="1600" dirty="0"/>
              <a:t> property of the student.</a:t>
            </a:r>
          </a:p>
          <a:p>
            <a:pPr marL="0" indent="0">
              <a:buNone/>
            </a:pPr>
            <a:r>
              <a:rPr lang="en-US" sz="1600" dirty="0"/>
              <a:t>    Sets the </a:t>
            </a:r>
            <a:r>
              <a:rPr lang="en-US" sz="1600" b="1" dirty="0"/>
              <a:t>Course</a:t>
            </a:r>
            <a:r>
              <a:rPr lang="en-US" sz="1600" dirty="0"/>
              <a:t> property of the student.</a:t>
            </a:r>
          </a:p>
          <a:p>
            <a:pPr marL="0" indent="0">
              <a:buNone/>
            </a:pPr>
            <a:r>
              <a:rPr lang="en-US" sz="1600" dirty="0"/>
              <a:t>};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Prepare the record to be inserted into the </a:t>
            </a:r>
            <a:r>
              <a:rPr lang="en-US" sz="1600" b="1" dirty="0"/>
              <a:t>Students</a:t>
            </a:r>
            <a:r>
              <a:rPr lang="en-US" sz="1600" dirty="0"/>
              <a:t> table.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Saves the new student into </a:t>
            </a:r>
            <a:r>
              <a:rPr lang="en-US" sz="1600" b="1" dirty="0"/>
              <a:t>PostgreSQL</a:t>
            </a:r>
            <a:r>
              <a:rPr lang="en-US" sz="1600" dirty="0"/>
              <a:t>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Displays a message in the terminal.</a:t>
            </a:r>
          </a:p>
        </p:txBody>
      </p:sp>
    </p:spTree>
    <p:extLst>
      <p:ext uri="{BB962C8B-B14F-4D97-AF65-F5344CB8AC3E}">
        <p14:creationId xmlns:p14="http://schemas.microsoft.com/office/powerpoint/2010/main" val="18939558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6621C-36C0-17F9-5E26-0E8D12251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C23C972-B52D-792D-CB45-D32D71D452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3684"/>
            <a:ext cx="9220200" cy="3500967"/>
          </a:xfrm>
        </p:spPr>
        <p:txBody>
          <a:bodyPr>
            <a:normAutofit/>
          </a:bodyPr>
          <a:lstStyle/>
          <a:p>
            <a:r>
              <a:rPr lang="en-US" dirty="0"/>
              <a:t>Read records in the database</a:t>
            </a:r>
          </a:p>
          <a:p>
            <a:endParaRPr lang="en-US" sz="2800" dirty="0"/>
          </a:p>
          <a:p>
            <a:r>
              <a:rPr lang="en-US" dirty="0"/>
              <a:t>Still in </a:t>
            </a:r>
            <a:r>
              <a:rPr lang="en-US" b="1" dirty="0" err="1"/>
              <a:t>Program.cs</a:t>
            </a:r>
            <a:r>
              <a:rPr lang="en-US" dirty="0"/>
              <a:t>, add the following code.</a:t>
            </a:r>
          </a:p>
          <a:p>
            <a:endParaRPr lang="en-US" sz="2800" dirty="0"/>
          </a:p>
          <a:p>
            <a:r>
              <a:rPr lang="en-US" dirty="0"/>
              <a:t>Once saved, in the </a:t>
            </a:r>
            <a:r>
              <a:rPr lang="en-US" b="1" dirty="0"/>
              <a:t>Terminal</a:t>
            </a:r>
            <a:r>
              <a:rPr lang="en-US" dirty="0"/>
              <a:t>, run the command:</a:t>
            </a:r>
          </a:p>
          <a:p>
            <a:pPr lvl="1"/>
            <a:r>
              <a:rPr lang="en-US" b="1" dirty="0"/>
              <a:t>dotnet run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251D16B-1B83-FE6C-0D8D-593F6D311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725"/>
            <a:ext cx="10515600" cy="693959"/>
          </a:xfrm>
        </p:spPr>
        <p:txBody>
          <a:bodyPr anchor="ctr">
            <a:normAutofit/>
          </a:bodyPr>
          <a:lstStyle/>
          <a:p>
            <a:r>
              <a:rPr lang="en-US" dirty="0"/>
              <a:t>Read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B61808-3A44-11A6-C93F-3644C01A014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70729" y="6454962"/>
            <a:ext cx="45231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AE10CB6-4CE5-4ABA-9365-71738FB6FBE3}" type="slidenum">
              <a:rPr lang="en-US" smtClean="0"/>
              <a:pPr>
                <a:spcAft>
                  <a:spcPts val="600"/>
                </a:spcAft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2706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E7BBE7-FBE5-941C-C130-4BB08B473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E98C7D2-898B-71CA-9A29-F756531AA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3684"/>
            <a:ext cx="4152900" cy="50732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C# Code</a:t>
            </a:r>
          </a:p>
          <a:p>
            <a:pPr marL="0" indent="0">
              <a:buNone/>
            </a:pPr>
            <a:r>
              <a:rPr lang="en-US" sz="1600" dirty="0"/>
              <a:t>var students = </a:t>
            </a:r>
            <a:r>
              <a:rPr lang="en-US" sz="1600" dirty="0" err="1"/>
              <a:t>context.Students.ToList</a:t>
            </a:r>
            <a:r>
              <a:rPr lang="en-US" sz="1600" dirty="0"/>
              <a:t>();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 err="1"/>
              <a:t>Console.WriteLine</a:t>
            </a:r>
            <a:r>
              <a:rPr lang="en-US" sz="1600" dirty="0"/>
              <a:t>("\</a:t>
            </a:r>
            <a:r>
              <a:rPr lang="en-US" sz="1600" dirty="0" err="1"/>
              <a:t>nStudent</a:t>
            </a:r>
            <a:r>
              <a:rPr lang="en-US" sz="1600" dirty="0"/>
              <a:t> List:");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/>
              <a:t>foreach (var s in students)</a:t>
            </a:r>
            <a:br>
              <a:rPr lang="en-US" sz="1600" dirty="0"/>
            </a:br>
            <a:r>
              <a:rPr lang="en-US" sz="1600" dirty="0"/>
              <a:t>{</a:t>
            </a:r>
            <a:br>
              <a:rPr lang="en-US" sz="1600" dirty="0"/>
            </a:br>
            <a:r>
              <a:rPr lang="en-US" sz="1600" dirty="0"/>
              <a:t>     </a:t>
            </a:r>
            <a:r>
              <a:rPr lang="en-US" sz="1600" dirty="0" err="1"/>
              <a:t>Console.WriteLine</a:t>
            </a:r>
            <a:r>
              <a:rPr lang="en-US" sz="1600" dirty="0"/>
              <a:t>($"{</a:t>
            </a:r>
            <a:r>
              <a:rPr lang="en-US" sz="1600" dirty="0" err="1"/>
              <a:t>s.Id</a:t>
            </a:r>
            <a:r>
              <a:rPr lang="en-US" sz="1600" dirty="0"/>
              <a:t>} -  {</a:t>
            </a:r>
            <a:r>
              <a:rPr lang="en-US" sz="1600" dirty="0" err="1"/>
              <a:t>s.Name</a:t>
            </a:r>
            <a:r>
              <a:rPr lang="en-US" sz="1600" dirty="0"/>
              <a:t>} - {</a:t>
            </a:r>
            <a:r>
              <a:rPr lang="en-US" sz="1600" dirty="0" err="1"/>
              <a:t>s.Course</a:t>
            </a:r>
            <a:r>
              <a:rPr lang="en-US" sz="1600" dirty="0"/>
              <a:t>}");</a:t>
            </a:r>
            <a:br>
              <a:rPr lang="en-US" sz="1600" dirty="0"/>
            </a:br>
            <a:r>
              <a:rPr lang="en-US" sz="1600" dirty="0"/>
              <a:t>}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BC5A3E2-9258-9BD3-394F-B1C49BC33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725"/>
            <a:ext cx="10515600" cy="693959"/>
          </a:xfrm>
        </p:spPr>
        <p:txBody>
          <a:bodyPr anchor="ctr">
            <a:normAutofit/>
          </a:bodyPr>
          <a:lstStyle/>
          <a:p>
            <a:r>
              <a:rPr lang="en-US" dirty="0"/>
              <a:t>Read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9B432D-4798-4470-CA1B-0963769A1F5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70729" y="6454962"/>
            <a:ext cx="45231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AE10CB6-4CE5-4ABA-9365-71738FB6FBE3}" type="slidenum">
              <a:rPr lang="en-US" smtClean="0"/>
              <a:pPr>
                <a:spcAft>
                  <a:spcPts val="600"/>
                </a:spcAft>
              </a:pPr>
              <a:t>35</a:t>
            </a:fld>
            <a:endParaRPr lang="en-US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F42AA1EB-EE49-EA72-85A1-6E072261B015}"/>
              </a:ext>
            </a:extLst>
          </p:cNvPr>
          <p:cNvSpPr txBox="1">
            <a:spLocks/>
          </p:cNvSpPr>
          <p:nvPr/>
        </p:nvSpPr>
        <p:spPr>
          <a:xfrm>
            <a:off x="4991100" y="1203684"/>
            <a:ext cx="5981701" cy="50732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ource Sans Pro" panose="020B0503030403020204" pitchFamily="34" charset="0"/>
              <a:buChar char="–"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lang="en-US" sz="2000" kern="1200" dirty="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/>
              <a:t>Explanation</a:t>
            </a:r>
          </a:p>
          <a:p>
            <a:pPr marL="0" indent="0">
              <a:buNone/>
            </a:pPr>
            <a:r>
              <a:rPr lang="en-US" sz="1600" dirty="0"/>
              <a:t>Retrieves all records from PostgreSQL.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Displays a message in the terminal.</a:t>
            </a:r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/>
              <a:t>Loops through each record in the table and displays each record.</a:t>
            </a:r>
          </a:p>
        </p:txBody>
      </p:sp>
    </p:spTree>
    <p:extLst>
      <p:ext uri="{BB962C8B-B14F-4D97-AF65-F5344CB8AC3E}">
        <p14:creationId xmlns:p14="http://schemas.microsoft.com/office/powerpoint/2010/main" val="414520715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54CB1-F89D-7F35-35DB-93B5585BB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4542F8-A18F-4EF9-1122-0E7F17B04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725"/>
            <a:ext cx="10515600" cy="693959"/>
          </a:xfrm>
        </p:spPr>
        <p:txBody>
          <a:bodyPr anchor="ctr">
            <a:normAutofit/>
          </a:bodyPr>
          <a:lstStyle/>
          <a:p>
            <a:r>
              <a:rPr lang="en-US" dirty="0"/>
              <a:t>Read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C47F5-D619-A71C-83BE-3CFA29F7C65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70729" y="6454962"/>
            <a:ext cx="45231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AE10CB6-4CE5-4ABA-9365-71738FB6FBE3}" type="slidenum">
              <a:rPr lang="en-US" smtClean="0"/>
              <a:pPr>
                <a:spcAft>
                  <a:spcPts val="600"/>
                </a:spcAft>
              </a:pPr>
              <a:t>36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2AAB61-5923-2B80-366B-C256EC7BE5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3025" y="1113868"/>
            <a:ext cx="6388450" cy="5234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2466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69AA2D-A398-BB81-17B2-373D91497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DDBEE67-BB47-EBCC-2A37-451E4CF2A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3684"/>
            <a:ext cx="9220200" cy="3500967"/>
          </a:xfrm>
        </p:spPr>
        <p:txBody>
          <a:bodyPr>
            <a:normAutofit/>
          </a:bodyPr>
          <a:lstStyle/>
          <a:p>
            <a:r>
              <a:rPr lang="en-US" dirty="0"/>
              <a:t>Change or modify a record in the database</a:t>
            </a:r>
          </a:p>
          <a:p>
            <a:endParaRPr lang="en-US" sz="2800" dirty="0"/>
          </a:p>
          <a:p>
            <a:r>
              <a:rPr lang="en-US" dirty="0"/>
              <a:t>Still in </a:t>
            </a:r>
            <a:r>
              <a:rPr lang="en-US" b="1" dirty="0" err="1"/>
              <a:t>Program.cs</a:t>
            </a:r>
            <a:r>
              <a:rPr lang="en-US" dirty="0"/>
              <a:t>, add the following code.</a:t>
            </a:r>
          </a:p>
          <a:p>
            <a:endParaRPr lang="en-US" sz="2800" dirty="0"/>
          </a:p>
          <a:p>
            <a:r>
              <a:rPr lang="en-US" dirty="0"/>
              <a:t>Once saved, in the </a:t>
            </a:r>
            <a:r>
              <a:rPr lang="en-US" b="1" dirty="0"/>
              <a:t>Terminal</a:t>
            </a:r>
            <a:r>
              <a:rPr lang="en-US" dirty="0"/>
              <a:t>, run the command:</a:t>
            </a:r>
          </a:p>
          <a:p>
            <a:pPr lvl="1"/>
            <a:r>
              <a:rPr lang="en-US" b="1" dirty="0"/>
              <a:t>dotnet run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CE449DC-5E54-4B62-AA15-A16FFF637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725"/>
            <a:ext cx="10515600" cy="693959"/>
          </a:xfrm>
        </p:spPr>
        <p:txBody>
          <a:bodyPr anchor="ctr">
            <a:normAutofit/>
          </a:bodyPr>
          <a:lstStyle/>
          <a:p>
            <a:r>
              <a:rPr lang="en-US" dirty="0"/>
              <a:t>Update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099125-0DEF-B3EE-FF83-532797FFB56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70729" y="6454962"/>
            <a:ext cx="45231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AE10CB6-4CE5-4ABA-9365-71738FB6FBE3}" type="slidenum">
              <a:rPr lang="en-US" smtClean="0"/>
              <a:pPr>
                <a:spcAft>
                  <a:spcPts val="600"/>
                </a:spcAft>
              </a:pPr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757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609BF-7423-74E0-7B23-3144CAC74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7D511BA-A12E-DC48-812F-4FFFDB66D3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3684"/>
            <a:ext cx="4152900" cy="50732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C# Code</a:t>
            </a:r>
          </a:p>
          <a:p>
            <a:pPr marL="0" indent="0">
              <a:buNone/>
            </a:pPr>
            <a:r>
              <a:rPr lang="en-US" sz="1600" dirty="0"/>
              <a:t>var </a:t>
            </a:r>
            <a:r>
              <a:rPr lang="en-US" sz="1600" dirty="0" err="1"/>
              <a:t>firstStudent</a:t>
            </a:r>
            <a:r>
              <a:rPr lang="en-US" sz="1600" dirty="0"/>
              <a:t> = </a:t>
            </a:r>
            <a:r>
              <a:rPr lang="en-US" sz="1600" dirty="0" err="1"/>
              <a:t>context.Students.FirstOrDefault</a:t>
            </a:r>
            <a:r>
              <a:rPr lang="en-US" sz="1600" dirty="0"/>
              <a:t>();</a:t>
            </a:r>
          </a:p>
          <a:p>
            <a:pPr marL="0" indent="0">
              <a:buNone/>
            </a:pPr>
            <a:br>
              <a:rPr lang="en-US" sz="1600" dirty="0"/>
            </a:br>
            <a:endParaRPr lang="en-US" sz="1600" dirty="0"/>
          </a:p>
          <a:p>
            <a:pPr marL="0" indent="0">
              <a:buNone/>
            </a:pPr>
            <a:r>
              <a:rPr lang="en-US" sz="1600" dirty="0"/>
              <a:t>if (</a:t>
            </a:r>
            <a:r>
              <a:rPr lang="en-US" sz="1600" dirty="0" err="1"/>
              <a:t>firstStudent</a:t>
            </a:r>
            <a:r>
              <a:rPr lang="en-US" sz="1600" dirty="0"/>
              <a:t> != null)</a:t>
            </a:r>
          </a:p>
          <a:p>
            <a:pPr marL="0" indent="0">
              <a:buNone/>
            </a:pPr>
            <a:r>
              <a:rPr lang="en-US" sz="1600" dirty="0"/>
              <a:t>{</a:t>
            </a:r>
          </a:p>
          <a:p>
            <a:pPr marL="0" indent="0">
              <a:buNone/>
            </a:pPr>
            <a:r>
              <a:rPr lang="en-US" sz="1600" dirty="0"/>
              <a:t>    </a:t>
            </a:r>
            <a:r>
              <a:rPr lang="en-US" sz="1600" dirty="0" err="1"/>
              <a:t>firstStudent.Name</a:t>
            </a:r>
            <a:r>
              <a:rPr lang="en-US" sz="1600" dirty="0"/>
              <a:t> = "Updated John";</a:t>
            </a:r>
          </a:p>
          <a:p>
            <a:pPr marL="0" indent="0">
              <a:buNone/>
            </a:pPr>
            <a:br>
              <a:rPr lang="en-US" sz="1600" dirty="0"/>
            </a:br>
            <a:endParaRPr lang="en-US" sz="1600" dirty="0"/>
          </a:p>
          <a:p>
            <a:pPr marL="0" indent="0">
              <a:buNone/>
            </a:pPr>
            <a:r>
              <a:rPr lang="en-US" sz="1600" dirty="0"/>
              <a:t>    </a:t>
            </a:r>
            <a:r>
              <a:rPr lang="en-US" sz="1600" dirty="0" err="1"/>
              <a:t>context.SaveChanges</a:t>
            </a:r>
            <a:r>
              <a:rPr lang="en-US" sz="1600" dirty="0"/>
              <a:t>();</a:t>
            </a:r>
          </a:p>
          <a:p>
            <a:pPr marL="0" indent="0">
              <a:buNone/>
            </a:pPr>
            <a:br>
              <a:rPr lang="en-US" sz="1600" dirty="0"/>
            </a:br>
            <a:endParaRPr lang="en-US" sz="1600" dirty="0"/>
          </a:p>
          <a:p>
            <a:pPr marL="0" indent="0">
              <a:buNone/>
            </a:pPr>
            <a:r>
              <a:rPr lang="en-US" sz="1600" dirty="0"/>
              <a:t>    </a:t>
            </a:r>
            <a:r>
              <a:rPr lang="en-US" sz="1600" dirty="0" err="1"/>
              <a:t>Console.WriteLine</a:t>
            </a:r>
            <a:r>
              <a:rPr lang="en-US" sz="1600" dirty="0"/>
              <a:t>("\</a:t>
            </a:r>
            <a:r>
              <a:rPr lang="en-US" sz="1600" dirty="0" err="1"/>
              <a:t>nStudent</a:t>
            </a:r>
            <a:r>
              <a:rPr lang="en-US" sz="1600" dirty="0"/>
              <a:t> Updated!");</a:t>
            </a:r>
          </a:p>
          <a:p>
            <a:pPr marL="0" indent="0">
              <a:buNone/>
            </a:pPr>
            <a:r>
              <a:rPr lang="en-US" sz="1600" dirty="0"/>
              <a:t>}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8AAA685-6640-2854-D246-7CDD62DEB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725"/>
            <a:ext cx="10515600" cy="693959"/>
          </a:xfrm>
        </p:spPr>
        <p:txBody>
          <a:bodyPr anchor="ctr">
            <a:normAutofit/>
          </a:bodyPr>
          <a:lstStyle/>
          <a:p>
            <a:r>
              <a:rPr lang="en-US" dirty="0"/>
              <a:t>Update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FB188A-827D-2B41-3A82-ABAD14E837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70729" y="6454962"/>
            <a:ext cx="45231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AE10CB6-4CE5-4ABA-9365-71738FB6FBE3}" type="slidenum">
              <a:rPr lang="en-US" smtClean="0"/>
              <a:pPr>
                <a:spcAft>
                  <a:spcPts val="600"/>
                </a:spcAft>
              </a:pPr>
              <a:t>38</a:t>
            </a:fld>
            <a:endParaRPr lang="en-US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97FAA7BC-A106-DB82-0C1E-E484D62BDEA4}"/>
              </a:ext>
            </a:extLst>
          </p:cNvPr>
          <p:cNvSpPr txBox="1">
            <a:spLocks/>
          </p:cNvSpPr>
          <p:nvPr/>
        </p:nvSpPr>
        <p:spPr>
          <a:xfrm>
            <a:off x="4991100" y="1203684"/>
            <a:ext cx="5981701" cy="50732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ource Sans Pro" panose="020B0503030403020204" pitchFamily="34" charset="0"/>
              <a:buChar char="–"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lang="en-US" sz="2000" kern="1200" dirty="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/>
              <a:t>Explanation</a:t>
            </a:r>
          </a:p>
          <a:p>
            <a:pPr marL="0" indent="0">
              <a:buNone/>
            </a:pPr>
            <a:r>
              <a:rPr lang="en-US" sz="1600" dirty="0"/>
              <a:t>Gets the first record in the Students table.</a:t>
            </a:r>
          </a:p>
          <a:p>
            <a:pPr marL="0" indent="0">
              <a:buNone/>
            </a:pPr>
            <a:br>
              <a:rPr lang="en-US" sz="1600" dirty="0"/>
            </a:br>
            <a:endParaRPr lang="en-US" sz="1600" dirty="0"/>
          </a:p>
          <a:p>
            <a:pPr marL="0" indent="0">
              <a:buNone/>
            </a:pPr>
            <a:r>
              <a:rPr lang="en-US" sz="1600" dirty="0"/>
              <a:t>Check if any data is retrieved</a:t>
            </a:r>
          </a:p>
          <a:p>
            <a:pPr marL="0" indent="0">
              <a:buNone/>
            </a:pPr>
            <a:r>
              <a:rPr lang="en-US" sz="1600" dirty="0"/>
              <a:t>{</a:t>
            </a:r>
          </a:p>
          <a:p>
            <a:pPr marL="0" indent="0">
              <a:buNone/>
            </a:pPr>
            <a:r>
              <a:rPr lang="en-US" sz="1600" dirty="0"/>
              <a:t>    Assign the Name property of the retrieved record to ‘Updated John’.</a:t>
            </a:r>
          </a:p>
          <a:p>
            <a:pPr marL="0" indent="0">
              <a:buNone/>
            </a:pPr>
            <a:br>
              <a:rPr lang="en-US" sz="1600" dirty="0"/>
            </a:br>
            <a:endParaRPr lang="en-US" sz="1600" dirty="0"/>
          </a:p>
          <a:p>
            <a:pPr marL="0" indent="0">
              <a:buNone/>
            </a:pPr>
            <a:r>
              <a:rPr lang="en-US" sz="1600" dirty="0"/>
              <a:t>    Save the changes to the database.</a:t>
            </a:r>
          </a:p>
          <a:p>
            <a:pPr marL="0" indent="0">
              <a:buNone/>
            </a:pPr>
            <a:br>
              <a:rPr lang="en-US" sz="1600" dirty="0"/>
            </a:br>
            <a:endParaRPr lang="en-US" sz="1600" dirty="0"/>
          </a:p>
          <a:p>
            <a:pPr marL="0" indent="0">
              <a:buNone/>
            </a:pPr>
            <a:r>
              <a:rPr lang="en-US" sz="1600" dirty="0"/>
              <a:t>    Displays a message in the terminal.</a:t>
            </a:r>
          </a:p>
          <a:p>
            <a:pPr marL="0" indent="0">
              <a:buNone/>
            </a:pPr>
            <a:r>
              <a:rPr lang="en-US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1986035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F81185-0CA1-B3FB-F620-D692A4A944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3438461-D616-C5BD-17C2-3FF942E4B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725"/>
            <a:ext cx="10515600" cy="693959"/>
          </a:xfrm>
        </p:spPr>
        <p:txBody>
          <a:bodyPr anchor="ctr">
            <a:normAutofit/>
          </a:bodyPr>
          <a:lstStyle/>
          <a:p>
            <a:r>
              <a:rPr lang="en-US" dirty="0"/>
              <a:t>Update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4555EF-FA1D-37E5-3552-7523FAB664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70729" y="6454962"/>
            <a:ext cx="45231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AE10CB6-4CE5-4ABA-9365-71738FB6FBE3}" type="slidenum">
              <a:rPr lang="en-US" smtClean="0"/>
              <a:pPr>
                <a:spcAft>
                  <a:spcPts val="600"/>
                </a:spcAft>
              </a:pPr>
              <a:t>39</a:t>
            </a:fld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BBA4852-33FE-7773-B307-1D2BD2826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774" y="1027485"/>
            <a:ext cx="8794855" cy="5427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00976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9A0F6-4639-230A-2505-17067285A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645922-EDED-7F61-F64E-B8FB4D7E05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3684"/>
            <a:ext cx="9220200" cy="350096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Remove a record in the database</a:t>
            </a:r>
          </a:p>
          <a:p>
            <a:endParaRPr lang="en-US" sz="2800" dirty="0"/>
          </a:p>
          <a:p>
            <a:r>
              <a:rPr lang="en-US" dirty="0"/>
              <a:t>Still in </a:t>
            </a:r>
            <a:r>
              <a:rPr lang="en-US" b="1" dirty="0" err="1"/>
              <a:t>Program.cs</a:t>
            </a:r>
            <a:r>
              <a:rPr lang="en-US" dirty="0"/>
              <a:t>, comment our the </a:t>
            </a:r>
            <a:r>
              <a:rPr lang="en-US" b="1" dirty="0"/>
              <a:t>Add</a:t>
            </a:r>
            <a:r>
              <a:rPr lang="en-US" dirty="0"/>
              <a:t> and </a:t>
            </a:r>
            <a:r>
              <a:rPr lang="en-US" b="1" dirty="0"/>
              <a:t>Update</a:t>
            </a:r>
            <a:r>
              <a:rPr lang="en-US" dirty="0"/>
              <a:t> codes.</a:t>
            </a:r>
          </a:p>
          <a:p>
            <a:endParaRPr lang="en-US" dirty="0"/>
          </a:p>
          <a:p>
            <a:r>
              <a:rPr lang="en-US" dirty="0"/>
              <a:t>Add the following code before the </a:t>
            </a:r>
            <a:r>
              <a:rPr lang="en-US" b="1" dirty="0"/>
              <a:t>Read </a:t>
            </a:r>
            <a:r>
              <a:rPr lang="en-US" dirty="0"/>
              <a:t>code.</a:t>
            </a:r>
          </a:p>
          <a:p>
            <a:endParaRPr lang="en-US" sz="2800" dirty="0"/>
          </a:p>
          <a:p>
            <a:r>
              <a:rPr lang="en-US" dirty="0"/>
              <a:t>Once saved, in the </a:t>
            </a:r>
            <a:r>
              <a:rPr lang="en-US" b="1" dirty="0"/>
              <a:t>Terminal</a:t>
            </a:r>
            <a:r>
              <a:rPr lang="en-US" dirty="0"/>
              <a:t>, run the command:</a:t>
            </a:r>
          </a:p>
          <a:p>
            <a:pPr lvl="1"/>
            <a:r>
              <a:rPr lang="en-US" b="1" dirty="0"/>
              <a:t>dotnet run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5E38227-49AB-575C-1D94-BA03CC40E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725"/>
            <a:ext cx="10515600" cy="693959"/>
          </a:xfrm>
        </p:spPr>
        <p:txBody>
          <a:bodyPr anchor="ctr">
            <a:normAutofit/>
          </a:bodyPr>
          <a:lstStyle/>
          <a:p>
            <a:r>
              <a:rPr lang="en-US" dirty="0"/>
              <a:t>Delete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2F471D-28DF-AF8C-1444-2DB890A2421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70729" y="6454962"/>
            <a:ext cx="45231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AE10CB6-4CE5-4ABA-9365-71738FB6FBE3}" type="slidenum">
              <a:rPr lang="en-US" smtClean="0"/>
              <a:pPr>
                <a:spcAft>
                  <a:spcPts val="600"/>
                </a:spcAft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7345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D482C-C19C-614A-D024-9C80AD3301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E07B96C-3D7D-B737-F219-0D00426B5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3684"/>
            <a:ext cx="4152900" cy="507329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/>
              <a:t>C# Code</a:t>
            </a:r>
          </a:p>
          <a:p>
            <a:pPr marL="0" indent="0">
              <a:buNone/>
            </a:pPr>
            <a:r>
              <a:rPr lang="en-US" sz="1600" dirty="0"/>
              <a:t>var </a:t>
            </a:r>
            <a:r>
              <a:rPr lang="en-US" sz="1600" dirty="0" err="1"/>
              <a:t>deleteStudent</a:t>
            </a:r>
            <a:r>
              <a:rPr lang="en-US" sz="1600" dirty="0"/>
              <a:t> = </a:t>
            </a:r>
            <a:r>
              <a:rPr lang="en-US" sz="1600" dirty="0" err="1"/>
              <a:t>context.Students.FirstOrDefault</a:t>
            </a:r>
            <a:r>
              <a:rPr lang="en-US" sz="1600" dirty="0"/>
              <a:t>();</a:t>
            </a:r>
          </a:p>
          <a:p>
            <a:pPr marL="0" indent="0">
              <a:buNone/>
            </a:pPr>
            <a:br>
              <a:rPr lang="en-US" sz="1600" dirty="0"/>
            </a:br>
            <a:endParaRPr lang="en-US" sz="1600" dirty="0"/>
          </a:p>
          <a:p>
            <a:pPr marL="0" indent="0">
              <a:buNone/>
            </a:pPr>
            <a:r>
              <a:rPr lang="en-US" sz="1600" dirty="0"/>
              <a:t>if (</a:t>
            </a:r>
            <a:r>
              <a:rPr lang="en-US" sz="1600" dirty="0" err="1"/>
              <a:t>deleteStudent</a:t>
            </a:r>
            <a:r>
              <a:rPr lang="en-US" sz="1600" dirty="0"/>
              <a:t> != null)</a:t>
            </a:r>
          </a:p>
          <a:p>
            <a:pPr marL="0" indent="0">
              <a:buNone/>
            </a:pPr>
            <a:r>
              <a:rPr lang="en-US" sz="1600" dirty="0"/>
              <a:t>{</a:t>
            </a:r>
          </a:p>
          <a:p>
            <a:pPr marL="0" indent="0">
              <a:buNone/>
            </a:pPr>
            <a:r>
              <a:rPr lang="en-US" sz="1600" dirty="0"/>
              <a:t>    </a:t>
            </a:r>
            <a:r>
              <a:rPr lang="en-US" sz="1600" dirty="0" err="1"/>
              <a:t>context.Students.Remove</a:t>
            </a:r>
            <a:r>
              <a:rPr lang="en-US" sz="1600" dirty="0"/>
              <a:t>(</a:t>
            </a:r>
            <a:r>
              <a:rPr lang="en-US" sz="1600" dirty="0" err="1"/>
              <a:t>deleteStudent</a:t>
            </a:r>
            <a:r>
              <a:rPr lang="en-US" sz="1600" dirty="0"/>
              <a:t>);</a:t>
            </a:r>
          </a:p>
          <a:p>
            <a:pPr marL="0" indent="0">
              <a:buNone/>
            </a:pPr>
            <a:br>
              <a:rPr lang="en-US" sz="1600" dirty="0"/>
            </a:br>
            <a:endParaRPr lang="en-US" sz="1600" dirty="0"/>
          </a:p>
          <a:p>
            <a:pPr marL="0" indent="0">
              <a:buNone/>
            </a:pPr>
            <a:r>
              <a:rPr lang="en-US" sz="1600" dirty="0"/>
              <a:t>    </a:t>
            </a:r>
            <a:r>
              <a:rPr lang="en-US" sz="1600" dirty="0" err="1"/>
              <a:t>context.SaveChanges</a:t>
            </a:r>
            <a:r>
              <a:rPr lang="en-US" sz="1600" dirty="0"/>
              <a:t>();</a:t>
            </a:r>
          </a:p>
          <a:p>
            <a:pPr marL="0" indent="0">
              <a:buNone/>
            </a:pPr>
            <a:br>
              <a:rPr lang="en-US" sz="1600" dirty="0"/>
            </a:br>
            <a:endParaRPr lang="en-US" sz="1600" dirty="0"/>
          </a:p>
          <a:p>
            <a:pPr marL="0" indent="0">
              <a:buNone/>
            </a:pPr>
            <a:r>
              <a:rPr lang="en-US" sz="1600" dirty="0"/>
              <a:t>    </a:t>
            </a:r>
            <a:r>
              <a:rPr lang="en-US" sz="1600" dirty="0" err="1"/>
              <a:t>Console.WriteLine</a:t>
            </a:r>
            <a:r>
              <a:rPr lang="en-US" sz="1600" dirty="0"/>
              <a:t>("\</a:t>
            </a:r>
            <a:r>
              <a:rPr lang="en-US" sz="1600" dirty="0" err="1"/>
              <a:t>nStudent</a:t>
            </a:r>
            <a:r>
              <a:rPr lang="en-US" sz="1600" dirty="0"/>
              <a:t> Deleted!");</a:t>
            </a:r>
          </a:p>
          <a:p>
            <a:pPr marL="0" indent="0">
              <a:buNone/>
            </a:pPr>
            <a:r>
              <a:rPr lang="en-US" sz="1600" dirty="0"/>
              <a:t>}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0245D93-ADC8-41E5-EDF9-28AC5FA4B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725"/>
            <a:ext cx="10515600" cy="693959"/>
          </a:xfrm>
        </p:spPr>
        <p:txBody>
          <a:bodyPr anchor="ctr">
            <a:normAutofit/>
          </a:bodyPr>
          <a:lstStyle/>
          <a:p>
            <a:r>
              <a:rPr lang="en-US" dirty="0"/>
              <a:t>Delete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EDAB45-309B-353A-34CC-6F857F08BA6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70729" y="6454962"/>
            <a:ext cx="45231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AE10CB6-4CE5-4ABA-9365-71738FB6FBE3}" type="slidenum">
              <a:rPr lang="en-US" smtClean="0"/>
              <a:pPr>
                <a:spcAft>
                  <a:spcPts val="600"/>
                </a:spcAft>
              </a:pPr>
              <a:t>41</a:t>
            </a:fld>
            <a:endParaRPr lang="en-US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7EB39078-C6C7-7D69-A6B2-ABCE6913A563}"/>
              </a:ext>
            </a:extLst>
          </p:cNvPr>
          <p:cNvSpPr txBox="1">
            <a:spLocks/>
          </p:cNvSpPr>
          <p:nvPr/>
        </p:nvSpPr>
        <p:spPr>
          <a:xfrm>
            <a:off x="4991100" y="1203684"/>
            <a:ext cx="5981701" cy="50732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ource Sans Pro" panose="020B0503030403020204" pitchFamily="34" charset="0"/>
              <a:buChar char="–"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lang="en-US" sz="2000" kern="1200" dirty="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 dirty="0"/>
              <a:t>Explanation</a:t>
            </a:r>
          </a:p>
          <a:p>
            <a:pPr marL="0" indent="0">
              <a:buNone/>
            </a:pPr>
            <a:r>
              <a:rPr lang="en-US" sz="1600" dirty="0"/>
              <a:t>Get the first record in the Students table.</a:t>
            </a:r>
          </a:p>
          <a:p>
            <a:pPr marL="0" indent="0">
              <a:buNone/>
            </a:pPr>
            <a:br>
              <a:rPr lang="en-US" sz="1600" dirty="0"/>
            </a:br>
            <a:endParaRPr lang="en-US" sz="1600" dirty="0"/>
          </a:p>
          <a:p>
            <a:pPr marL="0" indent="0">
              <a:buNone/>
            </a:pPr>
            <a:r>
              <a:rPr lang="en-US" sz="1600" dirty="0"/>
              <a:t>Check if there is any data retrieved</a:t>
            </a:r>
          </a:p>
          <a:p>
            <a:pPr marL="0" indent="0">
              <a:buNone/>
            </a:pPr>
            <a:r>
              <a:rPr lang="en-US" sz="1600" dirty="0"/>
              <a:t>{</a:t>
            </a:r>
          </a:p>
          <a:p>
            <a:pPr marL="0" indent="0">
              <a:buNone/>
            </a:pPr>
            <a:r>
              <a:rPr lang="en-US" sz="1600" dirty="0"/>
              <a:t>    Prepares the record to be removed.</a:t>
            </a:r>
          </a:p>
          <a:p>
            <a:pPr marL="0" indent="0">
              <a:buNone/>
            </a:pPr>
            <a:br>
              <a:rPr lang="en-US" sz="1600" dirty="0"/>
            </a:br>
            <a:endParaRPr lang="en-US" sz="1600" dirty="0"/>
          </a:p>
          <a:p>
            <a:pPr marL="0" indent="0">
              <a:buNone/>
            </a:pPr>
            <a:r>
              <a:rPr lang="en-US" sz="1600" dirty="0"/>
              <a:t>    Remove the record and save the changes.</a:t>
            </a:r>
          </a:p>
          <a:p>
            <a:pPr marL="0" indent="0">
              <a:buNone/>
            </a:pPr>
            <a:br>
              <a:rPr lang="en-US" sz="1600" dirty="0"/>
            </a:br>
            <a:endParaRPr lang="en-US" sz="1600" dirty="0"/>
          </a:p>
          <a:p>
            <a:pPr marL="0" indent="0">
              <a:buNone/>
            </a:pPr>
            <a:r>
              <a:rPr lang="en-US" sz="1600" dirty="0"/>
              <a:t>    Displays a message in the terminal.</a:t>
            </a:r>
          </a:p>
          <a:p>
            <a:pPr marL="0" indent="0">
              <a:buNone/>
            </a:pPr>
            <a:r>
              <a:rPr lang="en-US" sz="16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40428845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93DC1-8DB2-25B3-C761-1B8FF9EDF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ABB4B59-7E59-33EF-62EA-7678660A6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725"/>
            <a:ext cx="10515600" cy="693959"/>
          </a:xfrm>
        </p:spPr>
        <p:txBody>
          <a:bodyPr anchor="ctr">
            <a:normAutofit/>
          </a:bodyPr>
          <a:lstStyle/>
          <a:p>
            <a:r>
              <a:rPr lang="en-US" dirty="0"/>
              <a:t>Delete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2C965-098E-CE86-0B4E-71B3A657880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70729" y="6454962"/>
            <a:ext cx="45231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AE10CB6-4CE5-4ABA-9365-71738FB6FBE3}" type="slidenum">
              <a:rPr lang="en-US" smtClean="0"/>
              <a:pPr>
                <a:spcAft>
                  <a:spcPts val="600"/>
                </a:spcAft>
              </a:pPr>
              <a:t>42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F5E6C6-1C43-BBC2-DBF5-80D72B2C2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4838" y="1114425"/>
            <a:ext cx="8783481" cy="498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72656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8B85C-9D6E-8A5F-747C-C35B98A49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02B06CF-927A-4467-1578-8615F0AC7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688" y="848518"/>
            <a:ext cx="8047249" cy="2008982"/>
          </a:xfrm>
        </p:spPr>
        <p:txBody>
          <a:bodyPr/>
          <a:lstStyle/>
          <a:p>
            <a:r>
              <a:rPr lang="en-US" dirty="0"/>
              <a:t>Relationships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79C3E88-230E-37A4-C390-6CD18A82296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19237" y="3354917"/>
            <a:ext cx="7717895" cy="550333"/>
          </a:xfrm>
        </p:spPr>
        <p:txBody>
          <a:bodyPr>
            <a:normAutofit/>
          </a:bodyPr>
          <a:lstStyle/>
          <a:p>
            <a:r>
              <a:rPr lang="en-US" dirty="0"/>
              <a:t>Table connections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A76FD44-6B6B-5B1D-2D78-E48B218CB805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922074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1806A-081D-07A8-1405-6D87CB607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7410B06-5391-FC46-4C53-E50534FD6A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7984"/>
            <a:ext cx="9220200" cy="350096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This connects tables together.</a:t>
            </a:r>
          </a:p>
          <a:p>
            <a:endParaRPr lang="en-US" dirty="0"/>
          </a:p>
          <a:p>
            <a:r>
              <a:rPr lang="en-US" dirty="0"/>
              <a:t>This organizes connected data efficiently.</a:t>
            </a:r>
          </a:p>
          <a:p>
            <a:endParaRPr lang="en-US" dirty="0"/>
          </a:p>
          <a:p>
            <a:r>
              <a:rPr lang="en-US" dirty="0"/>
              <a:t>Without relationships:</a:t>
            </a:r>
          </a:p>
          <a:p>
            <a:pPr lvl="1"/>
            <a:r>
              <a:rPr lang="en-US" dirty="0"/>
              <a:t>Data becomes duplicated</a:t>
            </a:r>
          </a:p>
          <a:p>
            <a:pPr lvl="1"/>
            <a:r>
              <a:rPr lang="en-US" dirty="0"/>
              <a:t>Harder to manage</a:t>
            </a:r>
          </a:p>
          <a:p>
            <a:pPr lvl="1"/>
            <a:r>
              <a:rPr lang="en-US" dirty="0"/>
              <a:t>inconsistent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7B9BCEF-049A-A72F-5152-341F1DB8D8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725"/>
            <a:ext cx="10515600" cy="693959"/>
          </a:xfrm>
        </p:spPr>
        <p:txBody>
          <a:bodyPr anchor="ctr">
            <a:normAutofit/>
          </a:bodyPr>
          <a:lstStyle/>
          <a:p>
            <a:r>
              <a:rPr lang="en-US" dirty="0"/>
              <a:t>Relationships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216132-376C-20F5-C2A1-7E991C9A9FB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70729" y="6454962"/>
            <a:ext cx="45231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AE10CB6-4CE5-4ABA-9365-71738FB6FBE3}" type="slidenum">
              <a:rPr lang="en-US" smtClean="0"/>
              <a:pPr>
                <a:spcAft>
                  <a:spcPts val="600"/>
                </a:spcAft>
              </a:pPr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86730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B967E-2924-AC2E-FF0B-DF7576BA7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48C78AC-385B-D887-C59D-DB5EB5667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7984"/>
            <a:ext cx="9220200" cy="3500967"/>
          </a:xfrm>
        </p:spPr>
        <p:txBody>
          <a:bodyPr>
            <a:normAutofit/>
          </a:bodyPr>
          <a:lstStyle/>
          <a:p>
            <a:r>
              <a:rPr lang="en-US" b="1" dirty="0"/>
              <a:t>One-to-One</a:t>
            </a:r>
          </a:p>
          <a:p>
            <a:pPr lvl="1"/>
            <a:r>
              <a:rPr lang="en-US" dirty="0"/>
              <a:t>Example: One student is to one student number.</a:t>
            </a:r>
          </a:p>
          <a:p>
            <a:pPr lvl="1"/>
            <a:endParaRPr lang="en-US" dirty="0"/>
          </a:p>
          <a:p>
            <a:r>
              <a:rPr lang="en-US" b="1" dirty="0"/>
              <a:t>One-to-Many</a:t>
            </a:r>
          </a:p>
          <a:p>
            <a:pPr lvl="1"/>
            <a:r>
              <a:rPr lang="en-US" dirty="0"/>
              <a:t>Example: One student is to many courses.</a:t>
            </a:r>
          </a:p>
          <a:p>
            <a:pPr lvl="1"/>
            <a:endParaRPr lang="en-US" dirty="0"/>
          </a:p>
          <a:p>
            <a:r>
              <a:rPr lang="en-US" b="1" dirty="0"/>
              <a:t>Many-to-Many</a:t>
            </a:r>
          </a:p>
          <a:p>
            <a:pPr lvl="1"/>
            <a:r>
              <a:rPr lang="en-US" dirty="0"/>
              <a:t>Example: Many students is to many subjects.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0586DD4-AF5E-084A-255C-3BF72B965D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725"/>
            <a:ext cx="10515600" cy="693959"/>
          </a:xfrm>
        </p:spPr>
        <p:txBody>
          <a:bodyPr anchor="ctr">
            <a:normAutofit/>
          </a:bodyPr>
          <a:lstStyle/>
          <a:p>
            <a:r>
              <a:rPr lang="en-US" dirty="0"/>
              <a:t>Types of Relationships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25E78-E61A-57B0-7DDA-D9B336C221B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70729" y="6454962"/>
            <a:ext cx="45231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AE10CB6-4CE5-4ABA-9365-71738FB6FBE3}" type="slidenum">
              <a:rPr lang="en-US" smtClean="0"/>
              <a:pPr>
                <a:spcAft>
                  <a:spcPts val="600"/>
                </a:spcAft>
              </a:pPr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18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CAFEF-48C5-FD28-EBA1-9DA873054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3CE5C7B-73D5-40F9-4D60-319BBB0AF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725"/>
            <a:ext cx="10515600" cy="693959"/>
          </a:xfrm>
        </p:spPr>
        <p:txBody>
          <a:bodyPr anchor="ctr">
            <a:normAutofit/>
          </a:bodyPr>
          <a:lstStyle/>
          <a:p>
            <a:r>
              <a:rPr lang="en-US" dirty="0"/>
              <a:t>Relationships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96CEF8-656B-C9DE-DAC3-5D2CD0196F0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70729" y="6454962"/>
            <a:ext cx="45231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AE10CB6-4CE5-4ABA-9365-71738FB6FBE3}" type="slidenum">
              <a:rPr lang="en-US" smtClean="0"/>
              <a:pPr>
                <a:spcAft>
                  <a:spcPts val="600"/>
                </a:spcAft>
              </a:pPr>
              <a:t>46</a:t>
            </a:fld>
            <a:endParaRPr lang="en-US"/>
          </a:p>
        </p:txBody>
      </p:sp>
      <p:graphicFrame>
        <p:nvGraphicFramePr>
          <p:cNvPr id="6" name="Content Placeholder 1">
            <a:extLst>
              <a:ext uri="{FF2B5EF4-FFF2-40B4-BE49-F238E27FC236}">
                <a16:creationId xmlns:a16="http://schemas.microsoft.com/office/drawing/2014/main" id="{40969C02-4DA7-81AB-8F00-FAC2B93527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7823975"/>
              </p:ext>
            </p:extLst>
          </p:nvPr>
        </p:nvGraphicFramePr>
        <p:xfrm>
          <a:off x="838200" y="1375833"/>
          <a:ext cx="10515600" cy="48011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023704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68730-0837-5AD1-6BFC-C1449854E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0B80438-9EDC-9702-4827-B95C004ED5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725"/>
            <a:ext cx="10515600" cy="693959"/>
          </a:xfrm>
        </p:spPr>
        <p:txBody>
          <a:bodyPr anchor="ctr">
            <a:normAutofit/>
          </a:bodyPr>
          <a:lstStyle/>
          <a:p>
            <a:r>
              <a:rPr lang="en-US" dirty="0"/>
              <a:t>Relationships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A70D2BD-6A78-07AC-3C17-B6E3E9232F4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70729" y="6454962"/>
            <a:ext cx="45231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AE10CB6-4CE5-4ABA-9365-71738FB6FBE3}" type="slidenum">
              <a:rPr lang="en-US" smtClean="0"/>
              <a:pPr>
                <a:spcAft>
                  <a:spcPts val="600"/>
                </a:spcAft>
              </a:pPr>
              <a:t>47</a:t>
            </a:fld>
            <a:endParaRPr lang="en-US"/>
          </a:p>
        </p:txBody>
      </p:sp>
      <p:graphicFrame>
        <p:nvGraphicFramePr>
          <p:cNvPr id="6" name="Content Placeholder 1">
            <a:extLst>
              <a:ext uri="{FF2B5EF4-FFF2-40B4-BE49-F238E27FC236}">
                <a16:creationId xmlns:a16="http://schemas.microsoft.com/office/drawing/2014/main" id="{0ABC261A-E533-0E66-D5AD-44BB1E64EB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2504470"/>
              </p:ext>
            </p:extLst>
          </p:nvPr>
        </p:nvGraphicFramePr>
        <p:xfrm>
          <a:off x="838200" y="1375833"/>
          <a:ext cx="10515600" cy="48011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75126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613E5-0F54-9CB8-8194-64C9438A5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23C47CE-5398-B686-98DA-F29D393FF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7984"/>
            <a:ext cx="9220200" cy="3500967"/>
          </a:xfrm>
        </p:spPr>
        <p:txBody>
          <a:bodyPr>
            <a:normAutofit/>
          </a:bodyPr>
          <a:lstStyle/>
          <a:p>
            <a:r>
              <a:rPr lang="en-US" b="1" dirty="0"/>
              <a:t>public int </a:t>
            </a:r>
            <a:r>
              <a:rPr lang="en-US" b="1" dirty="0" err="1"/>
              <a:t>CourseId</a:t>
            </a:r>
            <a:endParaRPr lang="en-US" b="1" dirty="0"/>
          </a:p>
          <a:p>
            <a:pPr lvl="1"/>
            <a:r>
              <a:rPr lang="en-US" dirty="0"/>
              <a:t>This serve as the </a:t>
            </a:r>
            <a:r>
              <a:rPr lang="en-US" b="1" dirty="0"/>
              <a:t>Foreign Key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stores the ID of a related table.</a:t>
            </a:r>
          </a:p>
          <a:p>
            <a:pPr lvl="1"/>
            <a:endParaRPr lang="en-US" dirty="0"/>
          </a:p>
          <a:p>
            <a:r>
              <a:rPr lang="en-US" b="1" dirty="0"/>
              <a:t>public Course </a:t>
            </a:r>
            <a:r>
              <a:rPr lang="en-US" b="1" dirty="0" err="1"/>
              <a:t>Course</a:t>
            </a:r>
            <a:endParaRPr lang="en-US" b="1" dirty="0"/>
          </a:p>
          <a:p>
            <a:pPr lvl="1"/>
            <a:r>
              <a:rPr lang="en-US" dirty="0"/>
              <a:t>This serves as a </a:t>
            </a:r>
            <a:r>
              <a:rPr lang="en-US" b="1" dirty="0"/>
              <a:t>Navigation Property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Which lets us access the related Course data.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533FD5C-94E7-4149-D297-634BA6EC4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725"/>
            <a:ext cx="10515600" cy="693959"/>
          </a:xfrm>
        </p:spPr>
        <p:txBody>
          <a:bodyPr anchor="ctr">
            <a:normAutofit/>
          </a:bodyPr>
          <a:lstStyle/>
          <a:p>
            <a:r>
              <a:rPr lang="en-US" dirty="0"/>
              <a:t>Student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457BD1-41DE-2C9A-EBA0-69BAD57E32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70729" y="6454962"/>
            <a:ext cx="45231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AE10CB6-4CE5-4ABA-9365-71738FB6FBE3}" type="slidenum">
              <a:rPr lang="en-US" smtClean="0"/>
              <a:pPr>
                <a:spcAft>
                  <a:spcPts val="600"/>
                </a:spcAft>
              </a:pPr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37796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9EE75A-1410-E958-C51D-946FC83DB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21203D-625D-B306-A9B5-4104D2C09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725"/>
            <a:ext cx="10515600" cy="693959"/>
          </a:xfrm>
        </p:spPr>
        <p:txBody>
          <a:bodyPr anchor="ctr">
            <a:normAutofit/>
          </a:bodyPr>
          <a:lstStyle/>
          <a:p>
            <a:r>
              <a:rPr lang="en-US" dirty="0"/>
              <a:t>Relationships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E09E3D-ACC2-BA56-FB2D-5B64ED2760C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70729" y="6454962"/>
            <a:ext cx="45231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AE10CB6-4CE5-4ABA-9365-71738FB6FBE3}" type="slidenum">
              <a:rPr lang="en-US" smtClean="0"/>
              <a:pPr>
                <a:spcAft>
                  <a:spcPts val="600"/>
                </a:spcAft>
              </a:pPr>
              <a:t>49</a:t>
            </a:fld>
            <a:endParaRPr lang="en-US"/>
          </a:p>
        </p:txBody>
      </p:sp>
      <p:graphicFrame>
        <p:nvGraphicFramePr>
          <p:cNvPr id="6" name="Content Placeholder 1">
            <a:extLst>
              <a:ext uri="{FF2B5EF4-FFF2-40B4-BE49-F238E27FC236}">
                <a16:creationId xmlns:a16="http://schemas.microsoft.com/office/drawing/2014/main" id="{9B4F4E5C-2468-2F39-F099-ED8A62041D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32176571"/>
              </p:ext>
            </p:extLst>
          </p:nvPr>
        </p:nvGraphicFramePr>
        <p:xfrm>
          <a:off x="838200" y="1375833"/>
          <a:ext cx="10515600" cy="48011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00437793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4C661-700B-BF02-9A62-E65755413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43AE419-E7C0-F0F0-C5D3-7E5DA6207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7984"/>
            <a:ext cx="9220200" cy="3500967"/>
          </a:xfrm>
        </p:spPr>
        <p:txBody>
          <a:bodyPr>
            <a:normAutofit/>
          </a:bodyPr>
          <a:lstStyle/>
          <a:p>
            <a:r>
              <a:rPr lang="en-US" b="1" dirty="0"/>
              <a:t>public List&lt;Student&gt; Students </a:t>
            </a:r>
          </a:p>
          <a:p>
            <a:pPr lvl="1"/>
            <a:r>
              <a:rPr lang="en-US" dirty="0"/>
              <a:t>Relationship of </a:t>
            </a:r>
            <a:r>
              <a:rPr lang="en-US" b="1" dirty="0"/>
              <a:t>Course</a:t>
            </a:r>
            <a:r>
              <a:rPr lang="en-US" dirty="0"/>
              <a:t> and </a:t>
            </a:r>
            <a:r>
              <a:rPr lang="en-US" b="1" dirty="0"/>
              <a:t>Students</a:t>
            </a:r>
            <a:r>
              <a:rPr lang="en-US" dirty="0"/>
              <a:t> tables.</a:t>
            </a:r>
          </a:p>
          <a:p>
            <a:pPr lvl="1"/>
            <a:r>
              <a:rPr lang="en-US" dirty="0"/>
              <a:t>One Couse can contain Many students. (</a:t>
            </a:r>
            <a:r>
              <a:rPr lang="en-US" b="1" dirty="0"/>
              <a:t>One-to-Many</a:t>
            </a:r>
            <a:r>
              <a:rPr lang="en-US" dirty="0"/>
              <a:t>)</a:t>
            </a:r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6B6C1B8-065A-0A61-F07F-6A86E6CAA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725"/>
            <a:ext cx="10515600" cy="693959"/>
          </a:xfrm>
        </p:spPr>
        <p:txBody>
          <a:bodyPr anchor="ctr">
            <a:normAutofit/>
          </a:bodyPr>
          <a:lstStyle/>
          <a:p>
            <a:r>
              <a:rPr lang="en-US" dirty="0"/>
              <a:t>Course Model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9F73B-E283-7EA8-BE73-BE9D902FEAE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70729" y="6454962"/>
            <a:ext cx="45231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AE10CB6-4CE5-4ABA-9365-71738FB6FBE3}" type="slidenum">
              <a:rPr lang="en-US" smtClean="0"/>
              <a:pPr>
                <a:spcAft>
                  <a:spcPts val="600"/>
                </a:spcAft>
              </a:pPr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3644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F717DF-89B2-5BC5-0782-DDED48D3A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B66E1F5-B553-4398-AE93-E799803806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725"/>
            <a:ext cx="10515600" cy="693959"/>
          </a:xfrm>
        </p:spPr>
        <p:txBody>
          <a:bodyPr anchor="ctr">
            <a:normAutofit/>
          </a:bodyPr>
          <a:lstStyle/>
          <a:p>
            <a:r>
              <a:rPr lang="en-US" dirty="0"/>
              <a:t>Update </a:t>
            </a:r>
            <a:r>
              <a:rPr lang="en-US" dirty="0" err="1"/>
              <a:t>DBContext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A99534-9FB8-3F2A-C788-B54A2F1A5A7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70729" y="6454962"/>
            <a:ext cx="45231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AE10CB6-4CE5-4ABA-9365-71738FB6FBE3}" type="slidenum">
              <a:rPr lang="en-US" smtClean="0"/>
              <a:pPr>
                <a:spcAft>
                  <a:spcPts val="600"/>
                </a:spcAft>
              </a:pPr>
              <a:t>51</a:t>
            </a:fld>
            <a:endParaRPr lang="en-US"/>
          </a:p>
        </p:txBody>
      </p:sp>
      <p:graphicFrame>
        <p:nvGraphicFramePr>
          <p:cNvPr id="6" name="Content Placeholder 1">
            <a:extLst>
              <a:ext uri="{FF2B5EF4-FFF2-40B4-BE49-F238E27FC236}">
                <a16:creationId xmlns:a16="http://schemas.microsoft.com/office/drawing/2014/main" id="{257A04F1-6DFD-3D9A-9D0F-48FF05A2CB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992353"/>
              </p:ext>
            </p:extLst>
          </p:nvPr>
        </p:nvGraphicFramePr>
        <p:xfrm>
          <a:off x="838200" y="1375833"/>
          <a:ext cx="10515600" cy="48011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629656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21319C-93CD-4214-FCDC-9AA088949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F47A3F1-3D54-37AA-B7C5-FEAF4529AD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375833"/>
            <a:ext cx="7735529" cy="4801130"/>
          </a:xfrm>
        </p:spPr>
        <p:txBody>
          <a:bodyPr>
            <a:normAutofit/>
          </a:bodyPr>
          <a:lstStyle/>
          <a:p>
            <a:r>
              <a:rPr lang="en-US" sz="2600" b="1" dirty="0"/>
              <a:t>Please delete data in the Students table first!</a:t>
            </a:r>
          </a:p>
          <a:p>
            <a:pPr lvl="1"/>
            <a:r>
              <a:rPr lang="en-US" sz="2600" dirty="0"/>
              <a:t>In </a:t>
            </a:r>
            <a:r>
              <a:rPr lang="en-US" sz="2600" b="1" dirty="0" err="1"/>
              <a:t>pgAdmin</a:t>
            </a:r>
            <a:r>
              <a:rPr lang="en-US" sz="2600" dirty="0"/>
              <a:t> run the query</a:t>
            </a:r>
            <a:r>
              <a:rPr lang="en-US" sz="2600" b="1" dirty="0"/>
              <a:t>: DELETE FROM </a:t>
            </a:r>
            <a:r>
              <a:rPr lang="en-US" sz="2600" b="1" dirty="0" err="1"/>
              <a:t>public."Students</a:t>
            </a:r>
            <a:r>
              <a:rPr lang="en-US" sz="2600" b="1" dirty="0"/>
              <a:t>"</a:t>
            </a:r>
          </a:p>
          <a:p>
            <a:pPr lvl="1"/>
            <a:endParaRPr lang="en-US" sz="2600" b="1" dirty="0"/>
          </a:p>
          <a:p>
            <a:r>
              <a:rPr lang="en-US" sz="2600" b="1" dirty="0"/>
              <a:t>Create a migration, run the command:</a:t>
            </a:r>
          </a:p>
          <a:p>
            <a:pPr lvl="1"/>
            <a:r>
              <a:rPr lang="en-US" sz="2600" dirty="0"/>
              <a:t>dotnet </a:t>
            </a:r>
            <a:r>
              <a:rPr lang="en-US" sz="2600" dirty="0" err="1"/>
              <a:t>ef</a:t>
            </a:r>
            <a:r>
              <a:rPr lang="en-US" sz="2600" dirty="0"/>
              <a:t> migrations add </a:t>
            </a:r>
            <a:r>
              <a:rPr lang="en-US" sz="2600" dirty="0" err="1"/>
              <a:t>AddCourseRelationship</a:t>
            </a:r>
            <a:endParaRPr lang="en-US" sz="2600" dirty="0"/>
          </a:p>
          <a:p>
            <a:pPr lvl="1"/>
            <a:endParaRPr lang="en-US" sz="2600" dirty="0"/>
          </a:p>
          <a:p>
            <a:r>
              <a:rPr lang="en-US" sz="2600" b="1" dirty="0"/>
              <a:t>Update the database, run the command:</a:t>
            </a:r>
          </a:p>
          <a:p>
            <a:pPr lvl="1"/>
            <a:r>
              <a:rPr lang="en-US" sz="2600" dirty="0"/>
              <a:t>dotnet </a:t>
            </a:r>
            <a:r>
              <a:rPr lang="en-US" sz="2600" dirty="0" err="1"/>
              <a:t>ef</a:t>
            </a:r>
            <a:r>
              <a:rPr lang="en-US" sz="2600" dirty="0"/>
              <a:t> database update </a:t>
            </a:r>
          </a:p>
          <a:p>
            <a:pPr lvl="1"/>
            <a:endParaRPr lang="en-US" sz="26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5C846B-D28B-7092-A4F3-027248493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725"/>
            <a:ext cx="10515600" cy="693959"/>
          </a:xfrm>
        </p:spPr>
        <p:txBody>
          <a:bodyPr anchor="ctr">
            <a:normAutofit/>
          </a:bodyPr>
          <a:lstStyle/>
          <a:p>
            <a:r>
              <a:rPr lang="en-US" dirty="0"/>
              <a:t>Applying Course Relationship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A9243-6225-AC03-2F6A-AF36E12F9B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70729" y="6454962"/>
            <a:ext cx="45231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AE10CB6-4CE5-4ABA-9365-71738FB6FBE3}" type="slidenum">
              <a:rPr lang="en-US" smtClean="0"/>
              <a:pPr>
                <a:spcAft>
                  <a:spcPts val="600"/>
                </a:spcAft>
              </a:pPr>
              <a:t>52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70CDB4-13B4-B4FF-0138-12C9BC3D35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59" r="4" b="4"/>
          <a:stretch>
            <a:fillRect/>
          </a:stretch>
        </p:blipFill>
        <p:spPr>
          <a:xfrm>
            <a:off x="8728219" y="1375833"/>
            <a:ext cx="3097529" cy="480113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72388031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0D7A8D-EB6B-15CC-9D1F-DC6CDBC38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9A12A2E-310C-9BB6-C7BA-2B9312F7F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833"/>
            <a:ext cx="4810125" cy="480113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b="1" dirty="0"/>
              <a:t>C# Code</a:t>
            </a:r>
          </a:p>
          <a:p>
            <a:pPr marL="0" indent="0">
              <a:buNone/>
            </a:pPr>
            <a:r>
              <a:rPr lang="en-US" sz="2000" dirty="0"/>
              <a:t>using System;</a:t>
            </a:r>
          </a:p>
          <a:p>
            <a:pPr marL="0" indent="0">
              <a:buNone/>
            </a:pPr>
            <a:r>
              <a:rPr lang="en-US" sz="2000" dirty="0"/>
              <a:t>using var context = new </a:t>
            </a:r>
            <a:r>
              <a:rPr lang="en-US" sz="2000" dirty="0" err="1"/>
              <a:t>StudentContext</a:t>
            </a:r>
            <a:r>
              <a:rPr lang="en-US" sz="2000" dirty="0"/>
              <a:t>();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var course = new Course</a:t>
            </a:r>
          </a:p>
          <a:p>
            <a:pPr marL="0" indent="0">
              <a:buNone/>
            </a:pPr>
            <a:r>
              <a:rPr lang="en-US" sz="2000" dirty="0"/>
              <a:t>{</a:t>
            </a:r>
          </a:p>
          <a:p>
            <a:pPr marL="0" indent="0">
              <a:buNone/>
            </a:pPr>
            <a:r>
              <a:rPr lang="en-US" sz="2000" dirty="0"/>
              <a:t>    Name = “IT",</a:t>
            </a:r>
          </a:p>
          <a:p>
            <a:pPr marL="0" indent="0">
              <a:buNone/>
            </a:pPr>
            <a:r>
              <a:rPr lang="en-US" sz="2000" dirty="0"/>
              <a:t>};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err="1"/>
              <a:t>context.Courses.Add</a:t>
            </a:r>
            <a:r>
              <a:rPr lang="en-US" sz="2000" dirty="0"/>
              <a:t>(course);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err="1"/>
              <a:t>context.SaveChanges</a:t>
            </a:r>
            <a:r>
              <a:rPr lang="en-US" sz="2000" dirty="0"/>
              <a:t>();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6276B49-7113-F286-AFEE-5163412991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725"/>
            <a:ext cx="10515600" cy="693959"/>
          </a:xfrm>
        </p:spPr>
        <p:txBody>
          <a:bodyPr anchor="ctr">
            <a:normAutofit fontScale="90000"/>
          </a:bodyPr>
          <a:lstStyle/>
          <a:p>
            <a:r>
              <a:rPr lang="en-US" dirty="0"/>
              <a:t>Add a Course </a:t>
            </a:r>
            <a:br>
              <a:rPr lang="en-US" dirty="0"/>
            </a:br>
            <a:r>
              <a:rPr lang="en-US" dirty="0"/>
              <a:t>Add Relationship to Student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8264E1-E2A1-7B32-5288-C9F83226091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70729" y="6454962"/>
            <a:ext cx="45231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AE10CB6-4CE5-4ABA-9365-71738FB6FBE3}" type="slidenum">
              <a:rPr lang="en-US" smtClean="0"/>
              <a:pPr>
                <a:spcAft>
                  <a:spcPts val="600"/>
                </a:spcAft>
              </a:pPr>
              <a:t>53</a:t>
            </a:fld>
            <a:endParaRPr lang="en-US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B35FFF41-790B-6E95-1934-129896CBD385}"/>
              </a:ext>
            </a:extLst>
          </p:cNvPr>
          <p:cNvSpPr txBox="1">
            <a:spLocks/>
          </p:cNvSpPr>
          <p:nvPr/>
        </p:nvSpPr>
        <p:spPr>
          <a:xfrm>
            <a:off x="6267450" y="1547145"/>
            <a:ext cx="4810125" cy="48011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ource Sans Pro" panose="020B0503030403020204" pitchFamily="34" charset="0"/>
              <a:buChar char="–"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lang="en-US" sz="2000" kern="1200" dirty="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var student = new Student</a:t>
            </a:r>
          </a:p>
          <a:p>
            <a:pPr marL="0" indent="0">
              <a:buNone/>
            </a:pPr>
            <a:r>
              <a:rPr lang="en-US" sz="2000" dirty="0"/>
              <a:t>{</a:t>
            </a:r>
          </a:p>
          <a:p>
            <a:pPr marL="0" indent="0">
              <a:buNone/>
            </a:pPr>
            <a:r>
              <a:rPr lang="en-US" sz="2000" dirty="0"/>
              <a:t>    Name = "John",</a:t>
            </a:r>
          </a:p>
          <a:p>
            <a:pPr marL="0" indent="0">
              <a:buNone/>
            </a:pPr>
            <a:r>
              <a:rPr lang="en-US" sz="2000" dirty="0"/>
              <a:t>    </a:t>
            </a:r>
            <a:r>
              <a:rPr lang="en-US" sz="2000" dirty="0" err="1"/>
              <a:t>CourseId</a:t>
            </a:r>
            <a:r>
              <a:rPr lang="en-US" sz="2000" dirty="0"/>
              <a:t> = </a:t>
            </a:r>
            <a:r>
              <a:rPr lang="en-US" sz="2000" dirty="0" err="1"/>
              <a:t>course.Id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};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err="1"/>
              <a:t>context.Students.Add</a:t>
            </a:r>
            <a:r>
              <a:rPr lang="en-US" sz="2000" dirty="0"/>
              <a:t>(student);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err="1"/>
              <a:t>context.SaveChanges</a:t>
            </a:r>
            <a:r>
              <a:rPr lang="en-US" sz="2000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7039111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EA7574-DBAB-8F57-C25F-12D5312E3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66CE76-C728-A54D-D2C2-1704D320E0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833"/>
            <a:ext cx="4810125" cy="480113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/>
              <a:t>C# Code</a:t>
            </a:r>
          </a:p>
          <a:p>
            <a:pPr marL="0" indent="0">
              <a:buNone/>
            </a:pPr>
            <a:r>
              <a:rPr lang="en-US" sz="2000" dirty="0"/>
              <a:t>using System;</a:t>
            </a:r>
          </a:p>
          <a:p>
            <a:pPr marL="0" indent="0">
              <a:buNone/>
            </a:pPr>
            <a:r>
              <a:rPr lang="en-US" sz="2000" dirty="0"/>
              <a:t>using </a:t>
            </a:r>
            <a:r>
              <a:rPr lang="en-US" sz="2000" dirty="0" err="1"/>
              <a:t>Microsoft.EntityFrameworkCore</a:t>
            </a:r>
            <a:r>
              <a:rPr lang="en-US" sz="2000" dirty="0"/>
              <a:t>;</a:t>
            </a:r>
          </a:p>
          <a:p>
            <a:pPr marL="0" indent="0">
              <a:buNone/>
            </a:pPr>
            <a:r>
              <a:rPr lang="en-US" sz="2000" dirty="0"/>
              <a:t>using var context = new </a:t>
            </a:r>
            <a:r>
              <a:rPr lang="en-US" sz="2000" dirty="0" err="1"/>
              <a:t>StudentContext</a:t>
            </a:r>
            <a:r>
              <a:rPr lang="en-US" sz="2000" dirty="0"/>
              <a:t>();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var students = </a:t>
            </a:r>
            <a:r>
              <a:rPr lang="en-US" sz="2000" dirty="0" err="1"/>
              <a:t>context.Students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.Include(s =&gt; </a:t>
            </a:r>
            <a:r>
              <a:rPr lang="en-US" sz="2000" dirty="0" err="1"/>
              <a:t>s.Course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    .</a:t>
            </a:r>
            <a:r>
              <a:rPr lang="en-US" sz="2000" dirty="0" err="1"/>
              <a:t>ToList</a:t>
            </a:r>
            <a:r>
              <a:rPr lang="en-US" sz="2000" dirty="0"/>
              <a:t>();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foreach (var s in students)</a:t>
            </a:r>
          </a:p>
          <a:p>
            <a:pPr marL="0" indent="0">
              <a:buNone/>
            </a:pPr>
            <a:r>
              <a:rPr lang="en-US" sz="2000" dirty="0"/>
              <a:t>{</a:t>
            </a:r>
          </a:p>
          <a:p>
            <a:pPr marL="0" indent="0">
              <a:buNone/>
            </a:pPr>
            <a:r>
              <a:rPr lang="en-US" sz="2000" dirty="0"/>
              <a:t>    </a:t>
            </a:r>
            <a:r>
              <a:rPr lang="en-US" sz="2000" dirty="0" err="1"/>
              <a:t>Console.WriteLine</a:t>
            </a:r>
            <a:r>
              <a:rPr lang="en-US" sz="2000" dirty="0"/>
              <a:t>($"{</a:t>
            </a:r>
            <a:r>
              <a:rPr lang="en-US" sz="2000" dirty="0" err="1"/>
              <a:t>s.Name</a:t>
            </a:r>
            <a:r>
              <a:rPr lang="en-US" sz="2000" dirty="0"/>
              <a:t>} - {</a:t>
            </a:r>
            <a:r>
              <a:rPr lang="en-US" sz="2000" dirty="0" err="1"/>
              <a:t>s.Course.Name</a:t>
            </a:r>
            <a:r>
              <a:rPr lang="en-US" sz="2000" dirty="0"/>
              <a:t>}");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C8AF8A7-4705-3431-E78F-E01A9637E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725"/>
            <a:ext cx="10515600" cy="693959"/>
          </a:xfrm>
        </p:spPr>
        <p:txBody>
          <a:bodyPr anchor="ctr">
            <a:normAutofit/>
          </a:bodyPr>
          <a:lstStyle/>
          <a:p>
            <a:r>
              <a:rPr lang="en-US" dirty="0"/>
              <a:t>Retrieve Related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4F5DA-9C57-385F-F517-7791119D87E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70729" y="6454962"/>
            <a:ext cx="45231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AE10CB6-4CE5-4ABA-9365-71738FB6FBE3}" type="slidenum">
              <a:rPr lang="en-US" smtClean="0"/>
              <a:pPr>
                <a:spcAft>
                  <a:spcPts val="600"/>
                </a:spcAft>
              </a:pPr>
              <a:t>54</a:t>
            </a:fld>
            <a:endParaRPr lang="en-US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F4FA25D0-90D0-F634-FED0-6E99417F48C7}"/>
              </a:ext>
            </a:extLst>
          </p:cNvPr>
          <p:cNvSpPr txBox="1">
            <a:spLocks/>
          </p:cNvSpPr>
          <p:nvPr/>
        </p:nvSpPr>
        <p:spPr>
          <a:xfrm>
            <a:off x="6191250" y="1375833"/>
            <a:ext cx="4810125" cy="48011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ource Sans Pro" panose="020B0503030403020204" pitchFamily="34" charset="0"/>
              <a:buChar char="–"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lang="en-US" sz="2000" kern="1200" dirty="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Explanation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Include - </a:t>
            </a:r>
            <a:r>
              <a:rPr lang="en-US" sz="2000" dirty="0"/>
              <a:t>loads the related data</a:t>
            </a:r>
          </a:p>
          <a:p>
            <a:pPr marL="0" indent="0">
              <a:buNone/>
            </a:pPr>
            <a:r>
              <a:rPr lang="en-US" sz="2000" b="1" dirty="0"/>
              <a:t>With Include – </a:t>
            </a:r>
            <a:r>
              <a:rPr lang="en-US" sz="2000" dirty="0"/>
              <a:t>Course data loads too</a:t>
            </a:r>
          </a:p>
          <a:p>
            <a:pPr marL="0" indent="0">
              <a:buNone/>
            </a:pPr>
            <a:r>
              <a:rPr lang="en-US" sz="2000" b="1" dirty="0"/>
              <a:t>Without Include – </a:t>
            </a:r>
            <a:r>
              <a:rPr lang="en-US" sz="2000" dirty="0"/>
              <a:t>only Student data loads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F8C364-A87E-FDD6-1E8B-A0EE66B657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8250" y="4555231"/>
            <a:ext cx="3541464" cy="1222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5887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AD339-8463-B374-1109-002704CD6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00B5FA3-27AA-496F-4FCF-49351F58E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832"/>
            <a:ext cx="4810125" cy="518228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1200" b="1" dirty="0"/>
              <a:t>C# Code</a:t>
            </a:r>
          </a:p>
          <a:p>
            <a:pPr marL="0" indent="0">
              <a:buNone/>
            </a:pPr>
            <a:r>
              <a:rPr lang="en-US" sz="1200" dirty="0"/>
              <a:t>using System;</a:t>
            </a:r>
          </a:p>
          <a:p>
            <a:pPr marL="0" indent="0">
              <a:buNone/>
            </a:pPr>
            <a:r>
              <a:rPr lang="en-US" sz="1200" dirty="0"/>
              <a:t>using </a:t>
            </a:r>
            <a:r>
              <a:rPr lang="en-US" sz="1200" dirty="0" err="1"/>
              <a:t>Microsoft.EntityFrameworkCore</a:t>
            </a:r>
            <a:r>
              <a:rPr lang="en-US" sz="1200" dirty="0"/>
              <a:t>;</a:t>
            </a:r>
          </a:p>
          <a:p>
            <a:pPr marL="0" indent="0">
              <a:buNone/>
            </a:pPr>
            <a:r>
              <a:rPr lang="en-US" sz="1200" dirty="0"/>
              <a:t>using var context = new </a:t>
            </a:r>
            <a:r>
              <a:rPr lang="en-US" sz="1200" dirty="0" err="1"/>
              <a:t>StudentContext</a:t>
            </a:r>
            <a:r>
              <a:rPr lang="en-US" sz="1200" dirty="0"/>
              <a:t>();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/>
              <a:t>var course = new Course</a:t>
            </a:r>
          </a:p>
          <a:p>
            <a:pPr marL="0" indent="0">
              <a:buNone/>
            </a:pPr>
            <a:r>
              <a:rPr lang="en-US" sz="1200" dirty="0"/>
              <a:t>{</a:t>
            </a:r>
          </a:p>
          <a:p>
            <a:pPr marL="0" indent="0">
              <a:buNone/>
            </a:pPr>
            <a:r>
              <a:rPr lang="en-US" sz="1200" dirty="0"/>
              <a:t>    Name = “IS",</a:t>
            </a:r>
          </a:p>
          <a:p>
            <a:pPr marL="0" indent="0">
              <a:buNone/>
            </a:pPr>
            <a:r>
              <a:rPr lang="en-US" sz="1200" dirty="0"/>
              <a:t>    Students = new List&lt;Student&gt;</a:t>
            </a:r>
          </a:p>
          <a:p>
            <a:pPr marL="0" indent="0">
              <a:buNone/>
            </a:pPr>
            <a:r>
              <a:rPr lang="en-US" sz="1200" dirty="0"/>
              <a:t>    {</a:t>
            </a:r>
          </a:p>
          <a:p>
            <a:pPr marL="0" indent="0">
              <a:buNone/>
            </a:pPr>
            <a:r>
              <a:rPr lang="en-US" sz="1200" dirty="0"/>
              <a:t>        new Student { Name = “Johnson" },</a:t>
            </a:r>
          </a:p>
          <a:p>
            <a:pPr marL="0" indent="0">
              <a:buNone/>
            </a:pPr>
            <a:r>
              <a:rPr lang="en-US" sz="1200" dirty="0"/>
              <a:t>        new Student { Name = "Anna" },</a:t>
            </a:r>
          </a:p>
          <a:p>
            <a:pPr marL="0" indent="0">
              <a:buNone/>
            </a:pPr>
            <a:r>
              <a:rPr lang="en-US" sz="1200" dirty="0"/>
              <a:t>        new Student { Name = "Mark" }</a:t>
            </a:r>
          </a:p>
          <a:p>
            <a:pPr marL="0" indent="0">
              <a:buNone/>
            </a:pPr>
            <a:r>
              <a:rPr lang="en-US" sz="1200" dirty="0"/>
              <a:t>    }</a:t>
            </a:r>
          </a:p>
          <a:p>
            <a:pPr marL="0" indent="0">
              <a:buNone/>
            </a:pPr>
            <a:r>
              <a:rPr lang="en-US" sz="1200" dirty="0"/>
              <a:t>};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 err="1"/>
              <a:t>context.Courses.Add</a:t>
            </a:r>
            <a:r>
              <a:rPr lang="en-US" sz="1200" dirty="0"/>
              <a:t>(course);</a:t>
            </a:r>
          </a:p>
          <a:p>
            <a:pPr marL="0" indent="0">
              <a:buNone/>
            </a:pPr>
            <a:r>
              <a:rPr lang="en-US" sz="1200" dirty="0" err="1"/>
              <a:t>context.SaveChanges</a:t>
            </a:r>
            <a:r>
              <a:rPr lang="en-US" sz="1200" dirty="0"/>
              <a:t>();</a:t>
            </a:r>
          </a:p>
          <a:p>
            <a:pPr marL="0" indent="0">
              <a:buNone/>
            </a:pPr>
            <a:endParaRPr lang="en-US" sz="1200" dirty="0"/>
          </a:p>
          <a:p>
            <a:pPr marL="0" indent="0">
              <a:buNone/>
            </a:pPr>
            <a:r>
              <a:rPr lang="en-US" sz="1200" dirty="0" err="1"/>
              <a:t>Console.WriteLine</a:t>
            </a:r>
            <a:r>
              <a:rPr lang="en-US" sz="1200" dirty="0"/>
              <a:t>("Course and students added!");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04D1456-A56E-C7C2-A9AE-BA45D10D0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725"/>
            <a:ext cx="10515600" cy="693959"/>
          </a:xfrm>
        </p:spPr>
        <p:txBody>
          <a:bodyPr anchor="ctr">
            <a:normAutofit/>
          </a:bodyPr>
          <a:lstStyle/>
          <a:p>
            <a:r>
              <a:rPr lang="en-US" dirty="0"/>
              <a:t>Insert Multiple Students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5E4790-1106-7E32-944E-B7C942B3571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70729" y="6454962"/>
            <a:ext cx="45231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AE10CB6-4CE5-4ABA-9365-71738FB6FBE3}" type="slidenum">
              <a:rPr lang="en-US" smtClean="0"/>
              <a:pPr>
                <a:spcAft>
                  <a:spcPts val="600"/>
                </a:spcAft>
              </a:pPr>
              <a:t>55</a:t>
            </a:fld>
            <a:endParaRPr lang="en-US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316CB76E-0B2C-0E84-9426-58FB7AF99824}"/>
              </a:ext>
            </a:extLst>
          </p:cNvPr>
          <p:cNvSpPr txBox="1">
            <a:spLocks/>
          </p:cNvSpPr>
          <p:nvPr/>
        </p:nvSpPr>
        <p:spPr>
          <a:xfrm>
            <a:off x="6191250" y="1375833"/>
            <a:ext cx="4810125" cy="48011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ource Sans Pro" panose="020B0503030403020204" pitchFamily="34" charset="0"/>
              <a:buChar char="–"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lang="en-US" sz="2000" kern="1200" dirty="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Explanation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000" dirty="0"/>
              <a:t>Create an object </a:t>
            </a:r>
            <a:r>
              <a:rPr lang="en-US" sz="2000" b="1" dirty="0"/>
              <a:t>Course</a:t>
            </a:r>
            <a:r>
              <a:rPr lang="en-US" sz="2000" dirty="0"/>
              <a:t> with </a:t>
            </a:r>
            <a:r>
              <a:rPr lang="en-US" sz="2000" b="1" dirty="0"/>
              <a:t>IT</a:t>
            </a:r>
            <a:r>
              <a:rPr lang="en-US" sz="2000" dirty="0"/>
              <a:t> as </a:t>
            </a:r>
            <a:r>
              <a:rPr lang="en-US" sz="2000" b="1" dirty="0"/>
              <a:t>Name</a:t>
            </a:r>
            <a:r>
              <a:rPr lang="en-US" sz="2000" dirty="0"/>
              <a:t> and include the list of students.</a:t>
            </a:r>
          </a:p>
        </p:txBody>
      </p:sp>
    </p:spTree>
    <p:extLst>
      <p:ext uri="{BB962C8B-B14F-4D97-AF65-F5344CB8AC3E}">
        <p14:creationId xmlns:p14="http://schemas.microsoft.com/office/powerpoint/2010/main" val="140194428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F489BA7-035C-C213-65B9-1FB8F241C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Please insert a Course</a:t>
            </a:r>
          </a:p>
          <a:p>
            <a:pPr lvl="1"/>
            <a:r>
              <a:rPr lang="en-US" b="1" dirty="0"/>
              <a:t>Name</a:t>
            </a:r>
            <a:r>
              <a:rPr lang="en-US" dirty="0"/>
              <a:t>: CS</a:t>
            </a:r>
          </a:p>
          <a:p>
            <a:pPr lvl="1"/>
            <a:r>
              <a:rPr lang="en-US" b="1" dirty="0"/>
              <a:t>Students</a:t>
            </a:r>
            <a:r>
              <a:rPr lang="en-US" dirty="0"/>
              <a:t>:</a:t>
            </a:r>
          </a:p>
          <a:p>
            <a:pPr lvl="2"/>
            <a:r>
              <a:rPr lang="en-US" dirty="0"/>
              <a:t>Mary</a:t>
            </a:r>
          </a:p>
          <a:p>
            <a:pPr lvl="2"/>
            <a:r>
              <a:rPr lang="en-US" dirty="0"/>
              <a:t>Joshua</a:t>
            </a:r>
          </a:p>
          <a:p>
            <a:pPr lvl="2"/>
            <a:r>
              <a:rPr lang="en-US" dirty="0"/>
              <a:t>Pia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C314E8F-F7D4-DE0D-F106-9DB58090B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Quick Activity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EC8D3A-BC5C-000E-043D-7C13154388F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56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044266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2A495-9778-3688-BEBD-791158D93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A99FA2B-2EE1-88AC-C85E-4DAADD5AAC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725"/>
            <a:ext cx="10515600" cy="693959"/>
          </a:xfrm>
        </p:spPr>
        <p:txBody>
          <a:bodyPr anchor="ctr">
            <a:normAutofit/>
          </a:bodyPr>
          <a:lstStyle/>
          <a:p>
            <a:r>
              <a:rPr lang="en-US" dirty="0"/>
              <a:t>EF Core Relationship Components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0E4B26-2990-2A32-D084-8E4DCD8518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70729" y="6454962"/>
            <a:ext cx="45231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AE10CB6-4CE5-4ABA-9365-71738FB6FBE3}" type="slidenum">
              <a:rPr lang="en-US" smtClean="0"/>
              <a:pPr>
                <a:spcAft>
                  <a:spcPts val="600"/>
                </a:spcAft>
              </a:pPr>
              <a:t>57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048D3A0-97BA-FD60-B5FF-B53EE008D1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53558"/>
              </p:ext>
            </p:extLst>
          </p:nvPr>
        </p:nvGraphicFramePr>
        <p:xfrm>
          <a:off x="1924050" y="1805516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81135383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5928297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Component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85286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Foreign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Connect tables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495152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Navigation Property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Access related database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08225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Include()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Load related objects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9401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Migration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Created DB relationships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3598542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9E8C7DC-D764-875F-F249-C6D81CC66F36}"/>
              </a:ext>
            </a:extLst>
          </p:cNvPr>
          <p:cNvSpPr txBox="1"/>
          <p:nvPr/>
        </p:nvSpPr>
        <p:spPr>
          <a:xfrm>
            <a:off x="952500" y="4484985"/>
            <a:ext cx="88455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Entity Framework Core</a:t>
            </a:r>
            <a:r>
              <a:rPr lang="en-US" dirty="0"/>
              <a:t> relationships allow us to connect tables using </a:t>
            </a:r>
            <a:r>
              <a:rPr lang="en-US" b="1" dirty="0"/>
              <a:t>C# classes</a:t>
            </a:r>
            <a:r>
              <a:rPr lang="en-US" dirty="0"/>
              <a:t>, while </a:t>
            </a:r>
            <a:r>
              <a:rPr lang="en-US" b="1" dirty="0"/>
              <a:t>PostgreSQL</a:t>
            </a:r>
            <a:r>
              <a:rPr lang="en-US" dirty="0"/>
              <a:t> stores and enforces those relationships behind the scenes.”</a:t>
            </a:r>
          </a:p>
        </p:txBody>
      </p:sp>
    </p:spTree>
    <p:extLst>
      <p:ext uri="{BB962C8B-B14F-4D97-AF65-F5344CB8AC3E}">
        <p14:creationId xmlns:p14="http://schemas.microsoft.com/office/powerpoint/2010/main" val="284991060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2C2DE-BA7C-4003-4BCC-A8AE4F9C7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929C101-1CC0-FDFF-1F95-BC5792B41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688" y="848518"/>
            <a:ext cx="8047249" cy="2008982"/>
          </a:xfrm>
        </p:spPr>
        <p:txBody>
          <a:bodyPr/>
          <a:lstStyle/>
          <a:p>
            <a:r>
              <a:rPr lang="en-US" dirty="0"/>
              <a:t>Generated Query String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39F1C3D-2FBE-F806-F834-E2FFB50D7C0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19237" y="3354917"/>
            <a:ext cx="7910513" cy="550333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Display and investigate the generated query string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B4F121B-5132-081A-BDF3-FA39D7ECA4D0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58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630068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EF7A5-D40B-9E83-3D52-AACA7AF78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1B8BBCC-9219-4011-2E61-73AE9ADE75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833"/>
            <a:ext cx="4810125" cy="480113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b="1" dirty="0"/>
              <a:t>C# Code</a:t>
            </a:r>
          </a:p>
          <a:p>
            <a:pPr marL="0" indent="0">
              <a:buNone/>
            </a:pPr>
            <a:r>
              <a:rPr lang="en-US" sz="2000" dirty="0"/>
              <a:t>using System;</a:t>
            </a:r>
          </a:p>
          <a:p>
            <a:pPr marL="0" indent="0">
              <a:buNone/>
            </a:pPr>
            <a:r>
              <a:rPr lang="en-US" sz="2000" dirty="0"/>
              <a:t>using </a:t>
            </a:r>
            <a:r>
              <a:rPr lang="en-US" sz="2000" dirty="0" err="1"/>
              <a:t>Microsoft.EntityFrameworkCore</a:t>
            </a:r>
            <a:r>
              <a:rPr lang="en-US" sz="2000" dirty="0"/>
              <a:t>;</a:t>
            </a:r>
          </a:p>
          <a:p>
            <a:pPr marL="0" indent="0">
              <a:buNone/>
            </a:pPr>
            <a:r>
              <a:rPr lang="en-US" sz="2000" dirty="0"/>
              <a:t>using var context = new </a:t>
            </a:r>
            <a:r>
              <a:rPr lang="en-US" sz="2000" dirty="0" err="1"/>
              <a:t>StudentContext</a:t>
            </a:r>
            <a:r>
              <a:rPr lang="en-US" sz="2000" dirty="0"/>
              <a:t>();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var students = </a:t>
            </a:r>
            <a:r>
              <a:rPr lang="en-US" sz="2000" dirty="0" err="1"/>
              <a:t>context.Students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.Include(s =&gt; </a:t>
            </a:r>
            <a:r>
              <a:rPr lang="en-US" sz="2000" dirty="0" err="1"/>
              <a:t>s.Course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    .</a:t>
            </a:r>
            <a:r>
              <a:rPr lang="en-US" sz="2000" dirty="0" err="1"/>
              <a:t>ToList</a:t>
            </a:r>
            <a:r>
              <a:rPr lang="en-US" sz="2000" dirty="0"/>
              <a:t>();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foreach (var s in students)</a:t>
            </a:r>
          </a:p>
          <a:p>
            <a:pPr marL="0" indent="0">
              <a:buNone/>
            </a:pPr>
            <a:r>
              <a:rPr lang="en-US" sz="2000" dirty="0"/>
              <a:t>{</a:t>
            </a:r>
          </a:p>
          <a:p>
            <a:pPr marL="0" indent="0">
              <a:buNone/>
            </a:pPr>
            <a:r>
              <a:rPr lang="en-US" sz="2000" dirty="0"/>
              <a:t>    </a:t>
            </a:r>
            <a:r>
              <a:rPr lang="en-US" sz="2000" dirty="0" err="1"/>
              <a:t>Console.WriteLine</a:t>
            </a:r>
            <a:r>
              <a:rPr lang="en-US" sz="2000" dirty="0"/>
              <a:t>($"{</a:t>
            </a:r>
            <a:r>
              <a:rPr lang="en-US" sz="2000" dirty="0" err="1"/>
              <a:t>s.Name</a:t>
            </a:r>
            <a:r>
              <a:rPr lang="en-US" sz="2000" dirty="0"/>
              <a:t>} - {</a:t>
            </a:r>
            <a:r>
              <a:rPr lang="en-US" sz="2000" dirty="0" err="1"/>
              <a:t>s.Course.Name</a:t>
            </a:r>
            <a:r>
              <a:rPr lang="en-US" sz="2000" dirty="0"/>
              <a:t>}");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15C4198-C454-9774-048F-809255A526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725"/>
            <a:ext cx="10515600" cy="693959"/>
          </a:xfrm>
        </p:spPr>
        <p:txBody>
          <a:bodyPr anchor="ctr">
            <a:normAutofit/>
          </a:bodyPr>
          <a:lstStyle/>
          <a:p>
            <a:r>
              <a:rPr lang="en-US" dirty="0"/>
              <a:t>Generated Query String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4B8029-289C-EB25-C9BE-5994C2F147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70729" y="6454962"/>
            <a:ext cx="45231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AE10CB6-4CE5-4ABA-9365-71738FB6FBE3}" type="slidenum">
              <a:rPr lang="en-US" smtClean="0"/>
              <a:pPr>
                <a:spcAft>
                  <a:spcPts val="600"/>
                </a:spcAft>
              </a:pPr>
              <a:t>59</a:t>
            </a:fld>
            <a:endParaRPr lang="en-US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4E9FCFFE-6B28-A175-5DB3-B94CDBC855A3}"/>
              </a:ext>
            </a:extLst>
          </p:cNvPr>
          <p:cNvSpPr txBox="1">
            <a:spLocks/>
          </p:cNvSpPr>
          <p:nvPr/>
        </p:nvSpPr>
        <p:spPr>
          <a:xfrm>
            <a:off x="6191250" y="1375833"/>
            <a:ext cx="4810125" cy="48011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ource Sans Pro" panose="020B0503030403020204" pitchFamily="34" charset="0"/>
              <a:buChar char="–"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lang="en-US" sz="2000" kern="1200" dirty="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dirty="0" err="1"/>
              <a:t>Console.WriteLine</a:t>
            </a:r>
            <a:r>
              <a:rPr lang="en-US" sz="2000" dirty="0"/>
              <a:t>(</a:t>
            </a:r>
            <a:br>
              <a:rPr lang="en-US" sz="2000" dirty="0"/>
            </a:br>
            <a:r>
              <a:rPr lang="en-US" sz="2000" dirty="0"/>
              <a:t>           </a:t>
            </a:r>
            <a:r>
              <a:rPr lang="en-US" sz="2000" dirty="0" err="1"/>
              <a:t>context.Students</a:t>
            </a:r>
            <a:br>
              <a:rPr lang="en-US" sz="2000" dirty="0"/>
            </a:br>
            <a:r>
              <a:rPr lang="en-US" sz="2000" dirty="0"/>
              <a:t>           .Include(s =&gt; </a:t>
            </a:r>
            <a:r>
              <a:rPr lang="en-US" sz="2000" dirty="0" err="1"/>
              <a:t>s.Course</a:t>
            </a:r>
            <a:r>
              <a:rPr lang="en-US" sz="2000" dirty="0"/>
              <a:t>)</a:t>
            </a:r>
            <a:br>
              <a:rPr lang="en-US" sz="2000" dirty="0"/>
            </a:br>
            <a:r>
              <a:rPr lang="en-US" sz="2000" dirty="0"/>
              <a:t>           .</a:t>
            </a:r>
            <a:r>
              <a:rPr lang="en-US" sz="2000" dirty="0" err="1"/>
              <a:t>ToQueryString</a:t>
            </a:r>
            <a:r>
              <a:rPr lang="en-US" sz="2000" dirty="0"/>
              <a:t>()</a:t>
            </a:r>
            <a:br>
              <a:rPr lang="en-US" sz="2000" dirty="0"/>
            </a:br>
            <a:r>
              <a:rPr lang="en-US" sz="2000" dirty="0"/>
              <a:t>);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0EE51E3-602B-88C7-1B69-FD2534BCA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87236" y="3594585"/>
            <a:ext cx="3961905" cy="20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55813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582A10-1B13-7868-79C2-CEBB8AED5D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29FCF9D-0488-2599-2249-CD7CE2644C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688" y="848518"/>
            <a:ext cx="8047249" cy="2008982"/>
          </a:xfrm>
        </p:spPr>
        <p:txBody>
          <a:bodyPr/>
          <a:lstStyle/>
          <a:p>
            <a:r>
              <a:rPr lang="en-US" dirty="0"/>
              <a:t>Sorting 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9A88276-C2E1-67FD-970B-06875994708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19237" y="3354917"/>
            <a:ext cx="8047249" cy="550333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Organizing data retrieval based on a certain attribute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BB3A631-49F2-9055-80AA-8C2FF4A61DE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60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27804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2FE53C-7E0A-46ED-79D3-B5D2A3E0A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264CCD2-5C6F-F02E-AF31-43727BE9E9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7984"/>
            <a:ext cx="9220200" cy="3500967"/>
          </a:xfrm>
        </p:spPr>
        <p:txBody>
          <a:bodyPr>
            <a:normAutofit/>
          </a:bodyPr>
          <a:lstStyle/>
          <a:p>
            <a:r>
              <a:rPr lang="nl-NL" b="1" dirty="0"/>
              <a:t>var students = context.Students.ToList();</a:t>
            </a:r>
          </a:p>
          <a:p>
            <a:pPr lvl="1"/>
            <a:r>
              <a:rPr lang="nl-NL" dirty="0"/>
              <a:t>This retrieves data and convert it to list but the order of the data is unpredictable.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Databases do </a:t>
            </a:r>
            <a:r>
              <a:rPr lang="en-US" b="1" dirty="0"/>
              <a:t>NOT</a:t>
            </a:r>
            <a:r>
              <a:rPr lang="en-US" dirty="0"/>
              <a:t> guarantee order unless we </a:t>
            </a:r>
            <a:r>
              <a:rPr lang="en-US" b="1" dirty="0"/>
              <a:t>explicitly sort</a:t>
            </a:r>
            <a:r>
              <a:rPr lang="en-US" dirty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5A36490-9126-2B5A-E9DE-65857BAD7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725"/>
            <a:ext cx="10515600" cy="693959"/>
          </a:xfrm>
        </p:spPr>
        <p:txBody>
          <a:bodyPr anchor="ctr">
            <a:normAutofit/>
          </a:bodyPr>
          <a:lstStyle/>
          <a:p>
            <a:r>
              <a:rPr lang="en-US" dirty="0"/>
              <a:t>Sorting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975EE-CB6B-E3B9-80C2-BC51035AA7E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70729" y="6454962"/>
            <a:ext cx="45231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AE10CB6-4CE5-4ABA-9365-71738FB6FBE3}" type="slidenum">
              <a:rPr lang="en-US" smtClean="0"/>
              <a:pPr>
                <a:spcAft>
                  <a:spcPts val="600"/>
                </a:spcAft>
              </a:pPr>
              <a:t>61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3E5E631-160B-510E-ED82-2969E89085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6050730"/>
              </p:ext>
            </p:extLst>
          </p:nvPr>
        </p:nvGraphicFramePr>
        <p:xfrm>
          <a:off x="1930400" y="3891851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40794463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9003509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36589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OrderBy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Ascending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0403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OrderByDescending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Descending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3772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ThenBy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Secondary sort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10056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ThenByDescending</a:t>
                      </a:r>
                      <a:r>
                        <a:rPr lang="en-US" dirty="0"/>
                        <a:t>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Secondary descending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8057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5963390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155D2-BFE1-8D7C-33C7-D02ADACC4C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52F5AEF-E995-A3CA-5859-89EB1BA74C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833"/>
            <a:ext cx="4810125" cy="480113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b="1" dirty="0"/>
              <a:t>C# Code</a:t>
            </a:r>
          </a:p>
          <a:p>
            <a:pPr marL="0" indent="0">
              <a:buNone/>
            </a:pPr>
            <a:r>
              <a:rPr lang="en-US" dirty="0"/>
              <a:t>using System;</a:t>
            </a:r>
          </a:p>
          <a:p>
            <a:pPr marL="0" indent="0">
              <a:buNone/>
            </a:pPr>
            <a:r>
              <a:rPr lang="en-US" dirty="0"/>
              <a:t>using </a:t>
            </a:r>
            <a:r>
              <a:rPr lang="en-US" dirty="0" err="1"/>
              <a:t>Microsoft.EntityFrameworkCore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using var context = new </a:t>
            </a:r>
            <a:r>
              <a:rPr lang="en-US" dirty="0" err="1"/>
              <a:t>StudentContext</a:t>
            </a:r>
            <a:r>
              <a:rPr lang="en-US" dirty="0"/>
              <a:t>();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var students = </a:t>
            </a:r>
            <a:r>
              <a:rPr lang="en-US" dirty="0" err="1"/>
              <a:t>context.Students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    .</a:t>
            </a:r>
            <a:r>
              <a:rPr lang="en-US" dirty="0" err="1"/>
              <a:t>OrderBy</a:t>
            </a:r>
            <a:r>
              <a:rPr lang="en-US" dirty="0"/>
              <a:t>(s =&gt; </a:t>
            </a:r>
            <a:r>
              <a:rPr lang="en-US" dirty="0" err="1"/>
              <a:t>s.Name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    .</a:t>
            </a:r>
            <a:r>
              <a:rPr lang="en-US" dirty="0" err="1"/>
              <a:t>ToList</a:t>
            </a:r>
            <a:r>
              <a:rPr lang="en-US" dirty="0"/>
              <a:t>();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foreach (var s in students)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    </a:t>
            </a:r>
            <a:r>
              <a:rPr lang="en-US" dirty="0" err="1"/>
              <a:t>Console.WriteLine</a:t>
            </a:r>
            <a:r>
              <a:rPr lang="en-US" dirty="0"/>
              <a:t>($"{</a:t>
            </a:r>
            <a:r>
              <a:rPr lang="en-US" dirty="0" err="1"/>
              <a:t>s.Name</a:t>
            </a:r>
            <a:r>
              <a:rPr lang="en-US" dirty="0"/>
              <a:t>} - {</a:t>
            </a:r>
            <a:r>
              <a:rPr lang="en-US" dirty="0" err="1"/>
              <a:t>s.Name</a:t>
            </a:r>
            <a:r>
              <a:rPr lang="en-US" dirty="0"/>
              <a:t>}");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D1AB1B8-EF79-6BE5-0384-5E2C76285B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725"/>
            <a:ext cx="10515600" cy="693959"/>
          </a:xfrm>
        </p:spPr>
        <p:txBody>
          <a:bodyPr anchor="ctr">
            <a:normAutofit/>
          </a:bodyPr>
          <a:lstStyle/>
          <a:p>
            <a:r>
              <a:rPr lang="en-US" dirty="0"/>
              <a:t>Sorting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25182C-E7DD-4080-1229-AFB4177F90A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70729" y="6454962"/>
            <a:ext cx="45231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AE10CB6-4CE5-4ABA-9365-71738FB6FBE3}" type="slidenum">
              <a:rPr lang="en-US" smtClean="0"/>
              <a:pPr>
                <a:spcAft>
                  <a:spcPts val="600"/>
                </a:spcAft>
              </a:pPr>
              <a:t>62</a:t>
            </a:fld>
            <a:endParaRPr lang="en-US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CA5AC9D3-B6AC-319F-7B07-DA9118775242}"/>
              </a:ext>
            </a:extLst>
          </p:cNvPr>
          <p:cNvSpPr txBox="1">
            <a:spLocks/>
          </p:cNvSpPr>
          <p:nvPr/>
        </p:nvSpPr>
        <p:spPr>
          <a:xfrm>
            <a:off x="6191250" y="1375833"/>
            <a:ext cx="4810125" cy="48011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ource Sans Pro" panose="020B0503030403020204" pitchFamily="34" charset="0"/>
              <a:buChar char="–"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lang="en-US" sz="2000" kern="1200" dirty="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Explanation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Sorts the data in </a:t>
            </a:r>
            <a:r>
              <a:rPr lang="en-US" sz="2000" b="1" dirty="0"/>
              <a:t>ascending order</a:t>
            </a:r>
          </a:p>
          <a:p>
            <a:pPr marL="0" indent="0">
              <a:buNone/>
            </a:pPr>
            <a:r>
              <a:rPr lang="en-US" sz="2000" dirty="0"/>
              <a:t>Sort using the </a:t>
            </a:r>
            <a:r>
              <a:rPr lang="en-US" sz="2000" b="1" dirty="0"/>
              <a:t>Name</a:t>
            </a:r>
            <a:r>
              <a:rPr lang="en-US" sz="2000" dirty="0"/>
              <a:t> property.</a:t>
            </a:r>
          </a:p>
        </p:txBody>
      </p:sp>
    </p:spTree>
    <p:extLst>
      <p:ext uri="{BB962C8B-B14F-4D97-AF65-F5344CB8AC3E}">
        <p14:creationId xmlns:p14="http://schemas.microsoft.com/office/powerpoint/2010/main" val="298645781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3DB55-D337-066F-6AC6-03D96E60E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667E662-F1B8-9B42-A4C6-9F17605E44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7984"/>
            <a:ext cx="9220200" cy="3500967"/>
          </a:xfrm>
        </p:spPr>
        <p:txBody>
          <a:bodyPr>
            <a:normAutofit/>
          </a:bodyPr>
          <a:lstStyle/>
          <a:p>
            <a:r>
              <a:rPr lang="en-US" b="1" dirty="0" err="1"/>
              <a:t>ThenBy</a:t>
            </a:r>
            <a:r>
              <a:rPr lang="en-US" b="1" dirty="0"/>
              <a:t>()</a:t>
            </a:r>
          </a:p>
          <a:p>
            <a:pPr lvl="1"/>
            <a:r>
              <a:rPr lang="en-US" dirty="0"/>
              <a:t>Only works </a:t>
            </a:r>
            <a:r>
              <a:rPr lang="en-US" b="1" dirty="0"/>
              <a:t>AFTER</a:t>
            </a:r>
            <a:r>
              <a:rPr lang="en-US" dirty="0"/>
              <a:t> </a:t>
            </a:r>
            <a:r>
              <a:rPr lang="en-US" dirty="0" err="1"/>
              <a:t>OrderBy</a:t>
            </a:r>
            <a:r>
              <a:rPr lang="en-US" dirty="0"/>
              <a:t>() or </a:t>
            </a:r>
            <a:r>
              <a:rPr lang="en-US" dirty="0" err="1"/>
              <a:t>OrderByDescending</a:t>
            </a:r>
            <a:r>
              <a:rPr lang="en-US" dirty="0"/>
              <a:t>().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It sorts data </a:t>
            </a:r>
            <a:r>
              <a:rPr lang="en-US" b="1" dirty="0"/>
              <a:t>after the first sorting condition</a:t>
            </a:r>
            <a:r>
              <a:rPr lang="en-US" dirty="0"/>
              <a:t> from </a:t>
            </a:r>
            <a:r>
              <a:rPr lang="en-US" dirty="0" err="1"/>
              <a:t>OrderBy</a:t>
            </a:r>
            <a:r>
              <a:rPr lang="en-US" dirty="0"/>
              <a:t>().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E276DCE-F2DB-06B4-8425-A72918330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725"/>
            <a:ext cx="10515600" cy="693959"/>
          </a:xfrm>
        </p:spPr>
        <p:txBody>
          <a:bodyPr anchor="ctr">
            <a:normAutofit/>
          </a:bodyPr>
          <a:lstStyle/>
          <a:p>
            <a:r>
              <a:rPr lang="en-US" dirty="0"/>
              <a:t>Difference between </a:t>
            </a:r>
            <a:r>
              <a:rPr lang="en-US" dirty="0" err="1"/>
              <a:t>OrderBy</a:t>
            </a:r>
            <a:r>
              <a:rPr lang="en-US" dirty="0"/>
              <a:t>() and </a:t>
            </a:r>
            <a:r>
              <a:rPr lang="en-US" dirty="0" err="1"/>
              <a:t>ThenBy</a:t>
            </a:r>
            <a:r>
              <a:rPr lang="en-US" dirty="0"/>
              <a:t>()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D85C22-5031-301C-898B-3D280235F94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70729" y="6454962"/>
            <a:ext cx="45231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AE10CB6-4CE5-4ABA-9365-71738FB6FBE3}" type="slidenum">
              <a:rPr lang="en-US" smtClean="0"/>
              <a:pPr>
                <a:spcAft>
                  <a:spcPts val="600"/>
                </a:spcAft>
              </a:pPr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26623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3EB9B8-A670-5D18-ED52-A8D47D356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96A14AB-41E3-C4AF-5217-EC2A5C661E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833"/>
            <a:ext cx="4810125" cy="480113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sz="2000" b="1" dirty="0"/>
              <a:t>C# Code</a:t>
            </a:r>
          </a:p>
          <a:p>
            <a:pPr marL="0" indent="0">
              <a:buNone/>
            </a:pPr>
            <a:r>
              <a:rPr lang="en-US" sz="2000" dirty="0"/>
              <a:t>using System;</a:t>
            </a:r>
          </a:p>
          <a:p>
            <a:pPr marL="0" indent="0">
              <a:buNone/>
            </a:pPr>
            <a:r>
              <a:rPr lang="en-US" sz="2000" dirty="0"/>
              <a:t>using </a:t>
            </a:r>
            <a:r>
              <a:rPr lang="en-US" sz="2000" dirty="0" err="1"/>
              <a:t>Microsoft.EntityFrameworkCore</a:t>
            </a:r>
            <a:r>
              <a:rPr lang="en-US" sz="2000" dirty="0"/>
              <a:t>;</a:t>
            </a:r>
          </a:p>
          <a:p>
            <a:pPr marL="0" indent="0">
              <a:buNone/>
            </a:pPr>
            <a:r>
              <a:rPr lang="en-US" sz="2000" dirty="0"/>
              <a:t>using var context = new </a:t>
            </a:r>
            <a:r>
              <a:rPr lang="en-US" sz="2000" dirty="0" err="1"/>
              <a:t>StudentContext</a:t>
            </a:r>
            <a:r>
              <a:rPr lang="en-US" sz="2000" dirty="0"/>
              <a:t>();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var students = </a:t>
            </a:r>
            <a:r>
              <a:rPr lang="en-US" sz="2000" dirty="0" err="1"/>
              <a:t>context.Students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    .Include(s =&gt; </a:t>
            </a:r>
            <a:r>
              <a:rPr lang="en-US" sz="2000" dirty="0" err="1"/>
              <a:t>s.Course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    .</a:t>
            </a:r>
            <a:r>
              <a:rPr lang="en-US" sz="2000" dirty="0" err="1"/>
              <a:t>OrderBy</a:t>
            </a:r>
            <a:r>
              <a:rPr lang="en-US" sz="2000" dirty="0"/>
              <a:t>(s =&gt; </a:t>
            </a:r>
            <a:r>
              <a:rPr lang="en-US" sz="2000" dirty="0" err="1"/>
              <a:t>s.Course.Name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    .</a:t>
            </a:r>
            <a:r>
              <a:rPr lang="en-US" sz="2000" dirty="0" err="1"/>
              <a:t>ThenBy</a:t>
            </a:r>
            <a:r>
              <a:rPr lang="en-US" sz="2000" dirty="0"/>
              <a:t>(s =&gt; </a:t>
            </a:r>
            <a:r>
              <a:rPr lang="en-US" sz="2000" dirty="0" err="1"/>
              <a:t>s.Name</a:t>
            </a:r>
            <a:r>
              <a:rPr lang="en-US" sz="2000" dirty="0"/>
              <a:t>)</a:t>
            </a:r>
          </a:p>
          <a:p>
            <a:pPr marL="0" indent="0">
              <a:buNone/>
            </a:pPr>
            <a:r>
              <a:rPr lang="en-US" sz="2000" dirty="0"/>
              <a:t>    .</a:t>
            </a:r>
            <a:r>
              <a:rPr lang="en-US" sz="2000" dirty="0" err="1"/>
              <a:t>ToList</a:t>
            </a:r>
            <a:r>
              <a:rPr lang="en-US" sz="2000" dirty="0"/>
              <a:t>();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foreach (var s in students)</a:t>
            </a:r>
          </a:p>
          <a:p>
            <a:pPr marL="0" indent="0">
              <a:buNone/>
            </a:pPr>
            <a:r>
              <a:rPr lang="en-US" sz="2000" dirty="0"/>
              <a:t>{</a:t>
            </a:r>
          </a:p>
          <a:p>
            <a:pPr marL="0" indent="0">
              <a:buNone/>
            </a:pPr>
            <a:r>
              <a:rPr lang="en-US" sz="2000" dirty="0"/>
              <a:t>    </a:t>
            </a:r>
            <a:r>
              <a:rPr lang="en-US" sz="2000" dirty="0" err="1"/>
              <a:t>Console.WriteLine</a:t>
            </a:r>
            <a:r>
              <a:rPr lang="en-US" sz="2000" dirty="0"/>
              <a:t>($"{</a:t>
            </a:r>
            <a:r>
              <a:rPr lang="en-US" sz="2000" dirty="0" err="1"/>
              <a:t>s.Course.Name</a:t>
            </a:r>
            <a:r>
              <a:rPr lang="en-US" sz="2000" dirty="0"/>
              <a:t>} - {s. Name}");</a:t>
            </a:r>
          </a:p>
          <a:p>
            <a:pPr marL="0" indent="0">
              <a:buNone/>
            </a:pPr>
            <a:r>
              <a:rPr lang="en-US" sz="2000" dirty="0"/>
              <a:t>}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E93B2C1-09BD-9FDC-E0D5-7D84D16C1E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725"/>
            <a:ext cx="10515600" cy="693959"/>
          </a:xfrm>
        </p:spPr>
        <p:txBody>
          <a:bodyPr anchor="ctr">
            <a:normAutofit/>
          </a:bodyPr>
          <a:lstStyle/>
          <a:p>
            <a:r>
              <a:rPr lang="en-US" dirty="0" err="1"/>
              <a:t>ThenBy</a:t>
            </a:r>
            <a:r>
              <a:rPr lang="en-US" dirty="0"/>
              <a:t>()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02E739-29B4-0A49-9D01-02C338E64B5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70729" y="6454962"/>
            <a:ext cx="45231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AE10CB6-4CE5-4ABA-9365-71738FB6FBE3}" type="slidenum">
              <a:rPr lang="en-US" smtClean="0"/>
              <a:pPr>
                <a:spcAft>
                  <a:spcPts val="600"/>
                </a:spcAft>
              </a:pPr>
              <a:t>64</a:t>
            </a:fld>
            <a:endParaRPr lang="en-US"/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CB19B703-EE80-5042-2778-F22295D16BB1}"/>
              </a:ext>
            </a:extLst>
          </p:cNvPr>
          <p:cNvSpPr txBox="1">
            <a:spLocks/>
          </p:cNvSpPr>
          <p:nvPr/>
        </p:nvSpPr>
        <p:spPr>
          <a:xfrm>
            <a:off x="6191250" y="1375833"/>
            <a:ext cx="4810125" cy="48011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ource Sans Pro" panose="020B0503030403020204" pitchFamily="34" charset="0"/>
              <a:buChar char="–"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lang="en-US" sz="2000" kern="1200" dirty="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Explanation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Sorts the data in </a:t>
            </a:r>
            <a:r>
              <a:rPr lang="en-US" sz="2000" b="1" dirty="0"/>
              <a:t>ascending order</a:t>
            </a:r>
          </a:p>
          <a:p>
            <a:pPr marL="0" indent="0">
              <a:buNone/>
            </a:pPr>
            <a:r>
              <a:rPr lang="en-US" sz="2000" dirty="0"/>
              <a:t>Sort using the </a:t>
            </a:r>
            <a:r>
              <a:rPr lang="en-US" sz="2000" b="1" dirty="0"/>
              <a:t>Course Name</a:t>
            </a:r>
            <a:r>
              <a:rPr lang="en-US" sz="2000" dirty="0"/>
              <a:t> property, then </a:t>
            </a:r>
            <a:r>
              <a:rPr lang="en-US" sz="2000" b="1" dirty="0"/>
              <a:t>Name</a:t>
            </a:r>
            <a:r>
              <a:rPr lang="en-US" sz="2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4487036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BC93A-F482-533E-927C-77848B0D6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B39B85E-66C2-4E3D-BD6C-2CE8A6E6F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688" y="848518"/>
            <a:ext cx="8047249" cy="2008982"/>
          </a:xfrm>
        </p:spPr>
        <p:txBody>
          <a:bodyPr/>
          <a:lstStyle/>
          <a:p>
            <a:r>
              <a:rPr lang="en-US" dirty="0"/>
              <a:t>Setting Data Annotations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1762B48-3430-4B84-28A8-2A90D29A87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19237" y="3354917"/>
            <a:ext cx="8047249" cy="550333"/>
          </a:xfrm>
        </p:spPr>
        <p:txBody>
          <a:bodyPr>
            <a:normAutofit/>
          </a:bodyPr>
          <a:lstStyle/>
          <a:p>
            <a:r>
              <a:rPr lang="en-US" dirty="0"/>
              <a:t>Property attributes for restrictions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38D58F2-FCFF-D7CF-DE51-7C6AE13555F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65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510060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F6A83-2F37-E21F-D969-09106AA5E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A517563-2056-173E-7948-57764EC360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7984"/>
            <a:ext cx="9220200" cy="3500967"/>
          </a:xfrm>
        </p:spPr>
        <p:txBody>
          <a:bodyPr>
            <a:normAutofit/>
          </a:bodyPr>
          <a:lstStyle/>
          <a:p>
            <a:r>
              <a:rPr lang="en-US" dirty="0"/>
              <a:t>Data Annotations are attributes we place above properties to:</a:t>
            </a:r>
          </a:p>
          <a:p>
            <a:pPr lvl="1"/>
            <a:r>
              <a:rPr lang="en-US" dirty="0"/>
              <a:t>validate data </a:t>
            </a:r>
          </a:p>
          <a:p>
            <a:pPr lvl="1"/>
            <a:r>
              <a:rPr lang="en-US" dirty="0"/>
              <a:t>control database behavior </a:t>
            </a:r>
          </a:p>
          <a:p>
            <a:pPr lvl="1"/>
            <a:r>
              <a:rPr lang="en-US" dirty="0"/>
              <a:t>configure table columns</a:t>
            </a:r>
          </a:p>
          <a:p>
            <a:endParaRPr lang="en-US" dirty="0"/>
          </a:p>
          <a:p>
            <a:r>
              <a:rPr lang="en-US" dirty="0"/>
              <a:t>Data annotations are instructions we add to our model properties to control how the database behaves.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0D204F-685E-0D7D-F9BC-7C248726D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725"/>
            <a:ext cx="10515600" cy="693959"/>
          </a:xfrm>
        </p:spPr>
        <p:txBody>
          <a:bodyPr anchor="ctr">
            <a:normAutofit/>
          </a:bodyPr>
          <a:lstStyle/>
          <a:p>
            <a:r>
              <a:rPr lang="en-US" dirty="0"/>
              <a:t>Data Annotations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F37024-18AF-61F3-EFD2-70DCA3F7BA6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70729" y="6454962"/>
            <a:ext cx="45231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AE10CB6-4CE5-4ABA-9365-71738FB6FBE3}" type="slidenum">
              <a:rPr lang="en-US" smtClean="0"/>
              <a:pPr>
                <a:spcAft>
                  <a:spcPts val="600"/>
                </a:spcAft>
              </a:pPr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17482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2E7E1-BD25-1C82-459F-B8D8CD2C7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FB32BEF-E976-CCC9-C011-8DB453CFC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725"/>
            <a:ext cx="10515600" cy="693959"/>
          </a:xfrm>
        </p:spPr>
        <p:txBody>
          <a:bodyPr anchor="ctr">
            <a:normAutofit/>
          </a:bodyPr>
          <a:lstStyle/>
          <a:p>
            <a:r>
              <a:rPr lang="en-US" dirty="0"/>
              <a:t>Most Common Data Annotations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B824C1-EE75-6DBD-D0F1-6F995C7529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70729" y="6454962"/>
            <a:ext cx="45231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AE10CB6-4CE5-4ABA-9365-71738FB6FBE3}" type="slidenum">
              <a:rPr lang="en-US" smtClean="0"/>
              <a:pPr>
                <a:spcAft>
                  <a:spcPts val="600"/>
                </a:spcAft>
              </a:pPr>
              <a:t>67</a:t>
            </a:fld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12AEABFF-6844-FF6D-292A-328C676920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6478574"/>
              </p:ext>
            </p:extLst>
          </p:nvPr>
        </p:nvGraphicFramePr>
        <p:xfrm>
          <a:off x="1599381" y="1368595"/>
          <a:ext cx="8128000" cy="482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698201702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2256292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Annotation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1706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[Required]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Cannot be NULL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637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[</a:t>
                      </a:r>
                      <a:r>
                        <a:rPr lang="en-US" dirty="0" err="1"/>
                        <a:t>MaxLength</a:t>
                      </a:r>
                      <a:r>
                        <a:rPr lang="en-US" dirty="0"/>
                        <a:t>(</a:t>
                      </a:r>
                      <a:r>
                        <a:rPr lang="en-US" i="1" dirty="0"/>
                        <a:t>&lt;number&gt;</a:t>
                      </a:r>
                      <a:r>
                        <a:rPr lang="en-US" dirty="0"/>
                        <a:t>)]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Maximum character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02963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[</a:t>
                      </a:r>
                      <a:r>
                        <a:rPr lang="en-US" dirty="0" err="1"/>
                        <a:t>MinLength</a:t>
                      </a:r>
                      <a:r>
                        <a:rPr lang="en-US" i="1" dirty="0"/>
                        <a:t>&lt;number&gt;</a:t>
                      </a:r>
                      <a:r>
                        <a:rPr lang="en-US" dirty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Minimum character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51660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[Range(</a:t>
                      </a:r>
                      <a:r>
                        <a:rPr lang="en-US" i="1" dirty="0"/>
                        <a:t>&lt;number&gt;, &lt;number&gt;</a:t>
                      </a:r>
                      <a:r>
                        <a:rPr lang="en-US" dirty="0"/>
                        <a:t>)]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Numeric limits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9019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[</a:t>
                      </a:r>
                      <a:r>
                        <a:rPr lang="en-US" dirty="0" err="1"/>
                        <a:t>EmailAddress</a:t>
                      </a:r>
                      <a:r>
                        <a:rPr lang="en-US" dirty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Emal 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32572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[Phone]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Phone 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435364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[Key]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Primary 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87992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[</a:t>
                      </a:r>
                      <a:r>
                        <a:rPr lang="en-US" dirty="0" err="1"/>
                        <a:t>ForeignKey</a:t>
                      </a:r>
                      <a:r>
                        <a:rPr lang="en-US" dirty="0"/>
                        <a:t>(</a:t>
                      </a:r>
                      <a:r>
                        <a:rPr lang="en-US" i="1" dirty="0"/>
                        <a:t>&lt;table&gt;</a:t>
                      </a:r>
                      <a:r>
                        <a:rPr lang="en-US" dirty="0"/>
                        <a:t>)]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Relationship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14741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[</a:t>
                      </a:r>
                      <a:r>
                        <a:rPr lang="en-US" dirty="0" err="1"/>
                        <a:t>NotMapped</a:t>
                      </a:r>
                      <a:r>
                        <a:rPr lang="en-US" dirty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Ignore column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4116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[Column]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Customize column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353437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[Table]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Customize table 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6597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[</a:t>
                      </a:r>
                      <a:r>
                        <a:rPr lang="en-US" dirty="0" err="1"/>
                        <a:t>StringLength</a:t>
                      </a:r>
                      <a:r>
                        <a:rPr lang="en-US" dirty="0"/>
                        <a:t>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Min + Max length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71734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67096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C5E83-8655-AA11-942B-39FE80260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6C458CC-7412-512E-9CD6-DC32ECB048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7984"/>
            <a:ext cx="5700252" cy="513697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using </a:t>
            </a:r>
            <a:r>
              <a:rPr lang="en-US" b="1" dirty="0" err="1"/>
              <a:t>System.ComponentModel.DataAnnotations</a:t>
            </a:r>
            <a:r>
              <a:rPr lang="en-US" b="1" dirty="0"/>
              <a:t>;</a:t>
            </a:r>
          </a:p>
          <a:p>
            <a:pPr marL="0" indent="0">
              <a:buNone/>
            </a:pPr>
            <a:br>
              <a:rPr lang="en-US" dirty="0"/>
            </a:br>
            <a:r>
              <a:rPr lang="en-US" dirty="0"/>
              <a:t>public class Student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    public int Id { get; set;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   </a:t>
            </a:r>
            <a:r>
              <a:rPr lang="en-US" b="1" dirty="0"/>
              <a:t>[Required]</a:t>
            </a:r>
          </a:p>
          <a:p>
            <a:pPr marL="0" indent="0">
              <a:buNone/>
            </a:pPr>
            <a:r>
              <a:rPr lang="en-US" b="1" dirty="0"/>
              <a:t>    [</a:t>
            </a:r>
            <a:r>
              <a:rPr lang="en-US" b="1" dirty="0" err="1"/>
              <a:t>MaxLength</a:t>
            </a:r>
            <a:r>
              <a:rPr lang="en-US" b="1" dirty="0"/>
              <a:t>(50)]</a:t>
            </a:r>
          </a:p>
          <a:p>
            <a:pPr marL="0" indent="0">
              <a:buNone/>
            </a:pPr>
            <a:r>
              <a:rPr lang="en-US" dirty="0"/>
              <a:t>    public string Name { get; set; 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    public int </a:t>
            </a:r>
            <a:r>
              <a:rPr lang="en-US" dirty="0" err="1"/>
              <a:t>CourseId</a:t>
            </a:r>
            <a:r>
              <a:rPr lang="en-US" dirty="0"/>
              <a:t> { get; set; }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    public Course </a:t>
            </a:r>
            <a:r>
              <a:rPr lang="en-US" dirty="0" err="1"/>
              <a:t>Course</a:t>
            </a:r>
            <a:r>
              <a:rPr lang="en-US" dirty="0"/>
              <a:t> { get; set; }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4BAABD-24DE-EB78-899E-9F68322C4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725"/>
            <a:ext cx="10515600" cy="693959"/>
          </a:xfrm>
        </p:spPr>
        <p:txBody>
          <a:bodyPr anchor="ctr">
            <a:normAutofit/>
          </a:bodyPr>
          <a:lstStyle/>
          <a:p>
            <a:r>
              <a:rPr lang="en-US" dirty="0"/>
              <a:t>Data Annotations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921B27-92EF-A090-609E-A04B4062C56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70729" y="6454962"/>
            <a:ext cx="45231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AE10CB6-4CE5-4ABA-9365-71738FB6FBE3}" type="slidenum">
              <a:rPr lang="en-US" smtClean="0"/>
              <a:pPr>
                <a:spcAft>
                  <a:spcPts val="600"/>
                </a:spcAft>
              </a:pPr>
              <a:t>68</a:t>
            </a:fld>
            <a:endParaRPr lang="en-US"/>
          </a:p>
        </p:txBody>
      </p:sp>
      <p:sp>
        <p:nvSpPr>
          <p:cNvPr id="5" name="Content Placeholder 1">
            <a:extLst>
              <a:ext uri="{FF2B5EF4-FFF2-40B4-BE49-F238E27FC236}">
                <a16:creationId xmlns:a16="http://schemas.microsoft.com/office/drawing/2014/main" id="{84AF8D4F-9EB3-BACB-4AA1-6999ACB62A26}"/>
              </a:ext>
            </a:extLst>
          </p:cNvPr>
          <p:cNvSpPr txBox="1">
            <a:spLocks/>
          </p:cNvSpPr>
          <p:nvPr/>
        </p:nvSpPr>
        <p:spPr>
          <a:xfrm>
            <a:off x="6538451" y="1203684"/>
            <a:ext cx="5525729" cy="513697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ource Sans Pro" panose="020B0503030403020204" pitchFamily="34" charset="0"/>
              <a:buChar char="–"/>
              <a:defRPr sz="24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Wingdings" panose="05000000000000000000" pitchFamily="2" charset="2"/>
              <a:buChar char="§"/>
              <a:defRPr lang="en-US" sz="2000" kern="1200" dirty="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Source Sans Pro" panose="020B0503030403020204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000" b="1" dirty="0"/>
              <a:t>Explanation</a:t>
            </a:r>
          </a:p>
          <a:p>
            <a:pPr marL="0" indent="0">
              <a:buNone/>
            </a:pPr>
            <a:r>
              <a:rPr lang="en-US" sz="2000" dirty="0"/>
              <a:t>Required namespace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Set it to </a:t>
            </a:r>
            <a:r>
              <a:rPr lang="en-US" sz="2000" b="1" dirty="0"/>
              <a:t>NOT NULL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dirty="0"/>
              <a:t>Set </a:t>
            </a:r>
            <a:r>
              <a:rPr lang="en-US" sz="2000" b="1" dirty="0"/>
              <a:t>maximum length</a:t>
            </a:r>
            <a:r>
              <a:rPr lang="en-US" sz="2000" dirty="0"/>
              <a:t> to </a:t>
            </a:r>
            <a:r>
              <a:rPr lang="en-US" sz="2000" b="1" dirty="0"/>
              <a:t>50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To </a:t>
            </a:r>
            <a:r>
              <a:rPr lang="en-US" sz="2000" dirty="0" err="1"/>
              <a:t>apply,please</a:t>
            </a:r>
            <a:r>
              <a:rPr lang="en-US" sz="2000" dirty="0"/>
              <a:t> run the command:</a:t>
            </a:r>
          </a:p>
          <a:p>
            <a:pPr marL="0" indent="0">
              <a:buNone/>
            </a:pPr>
            <a:r>
              <a:rPr lang="en-US" sz="2000" b="1" dirty="0"/>
              <a:t>dotnet </a:t>
            </a:r>
            <a:r>
              <a:rPr lang="en-US" sz="2000" b="1" dirty="0" err="1"/>
              <a:t>ef</a:t>
            </a:r>
            <a:r>
              <a:rPr lang="en-US" sz="2000" b="1" dirty="0"/>
              <a:t> migrations add </a:t>
            </a:r>
            <a:r>
              <a:rPr lang="en-US" sz="2000" b="1" dirty="0" err="1"/>
              <a:t>AddAnnotationsName</a:t>
            </a: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dotnet </a:t>
            </a:r>
            <a:r>
              <a:rPr lang="en-US" sz="2000" b="1" dirty="0" err="1"/>
              <a:t>ef</a:t>
            </a:r>
            <a:r>
              <a:rPr lang="en-US" sz="2000" b="1" dirty="0"/>
              <a:t> database update</a:t>
            </a:r>
          </a:p>
        </p:txBody>
      </p:sp>
    </p:spTree>
    <p:extLst>
      <p:ext uri="{BB962C8B-B14F-4D97-AF65-F5344CB8AC3E}">
        <p14:creationId xmlns:p14="http://schemas.microsoft.com/office/powerpoint/2010/main" val="1602392446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24E74-5ED2-B574-0DCE-E2BD6860CC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A46DB1E-9E80-64B0-293C-9EDCB87CAA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688" y="848518"/>
            <a:ext cx="8023186" cy="2008982"/>
          </a:xfrm>
        </p:spPr>
        <p:txBody>
          <a:bodyPr/>
          <a:lstStyle/>
          <a:p>
            <a:r>
              <a:rPr lang="en-US" dirty="0" err="1"/>
              <a:t>Coditional</a:t>
            </a:r>
            <a:r>
              <a:rPr lang="en-US" dirty="0"/>
              <a:t> Query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BF0709B-E8BE-17FC-590D-857EE3E192F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19237" y="3354917"/>
            <a:ext cx="7717895" cy="1052513"/>
          </a:xfrm>
        </p:spPr>
        <p:txBody>
          <a:bodyPr>
            <a:normAutofit/>
          </a:bodyPr>
          <a:lstStyle/>
          <a:p>
            <a:r>
              <a:rPr lang="en-US" dirty="0"/>
              <a:t>Filter data based on conditions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D8C25E9-0F3E-3177-FB11-78CA947D14A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347504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8B9FE5-741C-5116-60F3-4260D63E18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D3BB5C2-6948-D716-3692-FA26FFF89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9725"/>
            <a:ext cx="10515600" cy="693959"/>
          </a:xfrm>
        </p:spPr>
        <p:txBody>
          <a:bodyPr anchor="ctr">
            <a:normAutofit/>
          </a:bodyPr>
          <a:lstStyle/>
          <a:p>
            <a:r>
              <a:rPr lang="en-US" dirty="0"/>
              <a:t>Conditional Query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E3E119-A9BB-E2B9-D7FD-C95A5982A1B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70729" y="6454962"/>
            <a:ext cx="45231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BAE10CB6-4CE5-4ABA-9365-71738FB6FBE3}" type="slidenum">
              <a:rPr lang="en-US" smtClean="0"/>
              <a:pPr>
                <a:spcAft>
                  <a:spcPts val="600"/>
                </a:spcAft>
              </a:pPr>
              <a:t>70</a:t>
            </a:fld>
            <a:endParaRPr lang="en-US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1A66C2B-3017-68F9-66DC-CA46BDCBB2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2728664"/>
              </p:ext>
            </p:extLst>
          </p:nvPr>
        </p:nvGraphicFramePr>
        <p:xfrm>
          <a:off x="1805858" y="1407924"/>
          <a:ext cx="812799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251666478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993460386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7705645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Course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271659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John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9349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Maria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3462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3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Anna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0904160"/>
                  </a:ext>
                </a:extLst>
              </a:tr>
            </a:tbl>
          </a:graphicData>
        </a:graphic>
      </p:graphicFrame>
      <p:sp>
        <p:nvSpPr>
          <p:cNvPr id="10" name="Content Placeholder 1">
            <a:extLst>
              <a:ext uri="{FF2B5EF4-FFF2-40B4-BE49-F238E27FC236}">
                <a16:creationId xmlns:a16="http://schemas.microsoft.com/office/drawing/2014/main" id="{A821FAA2-B2B5-85EB-A87C-EE85541FD3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212691"/>
            <a:ext cx="9220200" cy="3500967"/>
          </a:xfrm>
        </p:spPr>
        <p:txBody>
          <a:bodyPr>
            <a:normAutofit/>
          </a:bodyPr>
          <a:lstStyle/>
          <a:p>
            <a:r>
              <a:rPr lang="en-US" b="1" dirty="0"/>
              <a:t>SQL</a:t>
            </a:r>
          </a:p>
          <a:p>
            <a:pPr lvl="1"/>
            <a:r>
              <a:rPr lang="en-US" dirty="0"/>
              <a:t>SELECT * FROM “Students” WHERE “Course” = “IT”</a:t>
            </a:r>
          </a:p>
          <a:p>
            <a:pPr lvl="1"/>
            <a:endParaRPr lang="en-US" dirty="0"/>
          </a:p>
          <a:p>
            <a:r>
              <a:rPr lang="en-US" b="1" dirty="0"/>
              <a:t>C# (EF)</a:t>
            </a:r>
          </a:p>
          <a:p>
            <a:pPr lvl="1"/>
            <a:r>
              <a:rPr lang="en-US" dirty="0"/>
              <a:t>var students = </a:t>
            </a:r>
            <a:r>
              <a:rPr lang="en-US" dirty="0" err="1"/>
              <a:t>context.Students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    </a:t>
            </a:r>
            <a:r>
              <a:rPr lang="en-US" b="1" dirty="0"/>
              <a:t>.Where(s =&gt; </a:t>
            </a:r>
            <a:r>
              <a:rPr lang="en-US" b="1" dirty="0" err="1"/>
              <a:t>s.Course</a:t>
            </a:r>
            <a:r>
              <a:rPr lang="en-US" b="1" dirty="0"/>
              <a:t> == "IT")</a:t>
            </a:r>
          </a:p>
          <a:p>
            <a:pPr marL="457200" lvl="1" indent="0">
              <a:buNone/>
            </a:pPr>
            <a:r>
              <a:rPr lang="en-US" dirty="0"/>
              <a:t>    .</a:t>
            </a:r>
            <a:r>
              <a:rPr lang="en-US" dirty="0" err="1"/>
              <a:t>ToList</a:t>
            </a:r>
            <a:r>
              <a:rPr lang="en-US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5023326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0B5AA23-F96F-58D4-36C3-72F347D6F3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75833"/>
            <a:ext cx="4776019" cy="480113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/>
              <a:t>using System;</a:t>
            </a:r>
          </a:p>
          <a:p>
            <a:pPr marL="0" indent="0">
              <a:buNone/>
            </a:pPr>
            <a:r>
              <a:rPr lang="en-US" dirty="0"/>
              <a:t>using </a:t>
            </a:r>
            <a:r>
              <a:rPr lang="en-US" dirty="0" err="1"/>
              <a:t>Microsoft.EntityFrameworkCore</a:t>
            </a:r>
            <a:r>
              <a:rPr lang="en-US" dirty="0"/>
              <a:t>;</a:t>
            </a:r>
          </a:p>
          <a:p>
            <a:pPr marL="0" indent="0">
              <a:buNone/>
            </a:pPr>
            <a:r>
              <a:rPr lang="en-US" dirty="0"/>
              <a:t>using var context = new </a:t>
            </a:r>
            <a:r>
              <a:rPr lang="en-US" dirty="0" err="1"/>
              <a:t>StudentContext</a:t>
            </a:r>
            <a:r>
              <a:rPr lang="en-US" dirty="0"/>
              <a:t>();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var students = </a:t>
            </a:r>
            <a:r>
              <a:rPr lang="en-US" dirty="0" err="1"/>
              <a:t>context.Students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    .Include(s =&gt; </a:t>
            </a:r>
            <a:r>
              <a:rPr lang="en-US" dirty="0" err="1"/>
              <a:t>s.Course</a:t>
            </a:r>
            <a:r>
              <a:rPr lang="en-US" dirty="0"/>
              <a:t>)</a:t>
            </a:r>
          </a:p>
          <a:p>
            <a:pPr marL="0" indent="0">
              <a:buNone/>
            </a:pPr>
            <a:r>
              <a:rPr lang="en-US" dirty="0"/>
              <a:t>    </a:t>
            </a:r>
            <a:r>
              <a:rPr lang="en-US" b="1" dirty="0"/>
              <a:t>.Where(s =&gt; </a:t>
            </a:r>
            <a:r>
              <a:rPr lang="en-US" b="1" dirty="0" err="1"/>
              <a:t>s.Course.Name</a:t>
            </a:r>
            <a:r>
              <a:rPr lang="en-US" b="1" dirty="0"/>
              <a:t> == "CS")</a:t>
            </a:r>
          </a:p>
          <a:p>
            <a:pPr marL="0" indent="0">
              <a:buNone/>
            </a:pPr>
            <a:r>
              <a:rPr lang="en-US" dirty="0"/>
              <a:t>    .</a:t>
            </a:r>
            <a:r>
              <a:rPr lang="en-US" dirty="0" err="1"/>
              <a:t>ToList</a:t>
            </a:r>
            <a:r>
              <a:rPr lang="en-US" dirty="0"/>
              <a:t>();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foreach (var s in students)</a:t>
            </a:r>
          </a:p>
          <a:p>
            <a:pPr marL="0" indent="0">
              <a:buNone/>
            </a:pPr>
            <a:r>
              <a:rPr lang="en-US" dirty="0"/>
              <a:t>{</a:t>
            </a:r>
          </a:p>
          <a:p>
            <a:pPr marL="0" indent="0">
              <a:buNone/>
            </a:pPr>
            <a:r>
              <a:rPr lang="en-US" dirty="0"/>
              <a:t>    </a:t>
            </a:r>
            <a:r>
              <a:rPr lang="en-US" dirty="0" err="1"/>
              <a:t>Console.WriteLine</a:t>
            </a:r>
            <a:r>
              <a:rPr lang="en-US" dirty="0"/>
              <a:t>($"{</a:t>
            </a:r>
            <a:r>
              <a:rPr lang="en-US" dirty="0" err="1"/>
              <a:t>s.Course.Name</a:t>
            </a:r>
            <a:r>
              <a:rPr lang="en-US" dirty="0"/>
              <a:t>} - {s. Name}");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BADCE7C-4851-11C0-7023-5CCBA9CF1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Conditional Query (Related table)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7268EF-344F-4D24-5A47-3E8117B9DC7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71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EC8E0E-9585-11DB-D977-6FEC4A9527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401" y="2943064"/>
            <a:ext cx="4180952" cy="16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02424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9F9E81-B4CD-53EA-94DD-06E125C76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44CA7C3-5475-3302-55C5-B19B8548A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71C88-6483-8109-2597-752F659C00B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72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0413164-06F4-53FB-0AAA-A924E57837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have created the tables and inserted and retrieve data manually on your activity in </a:t>
            </a:r>
            <a:r>
              <a:rPr lang="en-US" b="1" dirty="0"/>
              <a:t>PostgreSQL</a:t>
            </a:r>
            <a:r>
              <a:rPr lang="en-US" dirty="0"/>
              <a:t> topic.</a:t>
            </a:r>
          </a:p>
          <a:p>
            <a:endParaRPr lang="en-US" dirty="0"/>
          </a:p>
          <a:p>
            <a:r>
              <a:rPr lang="en-US" dirty="0"/>
              <a:t>Action Points:</a:t>
            </a:r>
          </a:p>
          <a:p>
            <a:pPr lvl="1"/>
            <a:r>
              <a:rPr lang="en-US" dirty="0"/>
              <a:t>Convert the schema into a models. Please include proper relationships.</a:t>
            </a:r>
          </a:p>
          <a:p>
            <a:pPr lvl="1"/>
            <a:r>
              <a:rPr lang="en-US" dirty="0"/>
              <a:t>Create a function that will emulate the Part 2 (Seed Data)</a:t>
            </a:r>
          </a:p>
          <a:p>
            <a:pPr lvl="1"/>
            <a:r>
              <a:rPr lang="en-US" dirty="0"/>
              <a:t>Create a function that will retrieve Student Enrolment data.</a:t>
            </a:r>
          </a:p>
          <a:p>
            <a:pPr lvl="1"/>
            <a:r>
              <a:rPr lang="en-US" dirty="0"/>
              <a:t>The programs should start with a menu and the user can select from the two functions.</a:t>
            </a:r>
          </a:p>
        </p:txBody>
      </p:sp>
    </p:spTree>
    <p:extLst>
      <p:ext uri="{BB962C8B-B14F-4D97-AF65-F5344CB8AC3E}">
        <p14:creationId xmlns:p14="http://schemas.microsoft.com/office/powerpoint/2010/main" val="220999425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1FBBDD4-D31D-56FC-FFE4-7265C48F131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102332" y="2206305"/>
            <a:ext cx="3398352" cy="120032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Inter" panose="020B0502030000000004" pitchFamily="34" charset="0"/>
                <a:cs typeface="Poppins SemiBold" panose="00000700000000000000" pitchFamily="2" charset="0"/>
              </a:rPr>
              <a:t>Get In Touch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CD172D"/>
                </a:solidFill>
                <a:effectLst/>
                <a:uLnTx/>
                <a:uFillTx/>
                <a:latin typeface="+mj-lt"/>
                <a:ea typeface="Inter" panose="020B0502030000000004" pitchFamily="34" charset="0"/>
                <a:cs typeface="Poppins SemiBold" panose="00000700000000000000" pitchFamily="2" charset="0"/>
              </a:rPr>
              <a:t>With Us</a:t>
            </a:r>
            <a:endParaRPr kumimoji="0" lang="en-ID" sz="3600" b="1" i="0" u="none" strike="noStrike" kern="1200" cap="none" spc="0" normalizeH="0" baseline="0" noProof="0" dirty="0">
              <a:ln>
                <a:noFill/>
              </a:ln>
              <a:solidFill>
                <a:srgbClr val="CD172D"/>
              </a:solidFill>
              <a:effectLst/>
              <a:uLnTx/>
              <a:uFillTx/>
              <a:latin typeface="+mj-lt"/>
              <a:ea typeface="Inter" panose="020B0502030000000004" pitchFamily="34" charset="0"/>
              <a:cs typeface="Poppins SemiBold" panose="00000700000000000000" pitchFamily="2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1F6424-E04C-3C3F-F1D6-60A56B0E8B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73</a:t>
            </a:fld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CC4458C-FC96-A509-C850-2890E59A05CD}"/>
              </a:ext>
            </a:extLst>
          </p:cNvPr>
          <p:cNvSpPr txBox="1"/>
          <p:nvPr/>
        </p:nvSpPr>
        <p:spPr>
          <a:xfrm>
            <a:off x="5656374" y="5052297"/>
            <a:ext cx="2290268" cy="3398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200" dirty="0">
                <a:solidFill>
                  <a:schemeClr val="tx1"/>
                </a:solidFill>
                <a:latin typeface="+mj-lt"/>
                <a:ea typeface="Open Sans SemiBold" panose="020B0706030804020204" pitchFamily="34" charset="0"/>
                <a:cs typeface="Open Sans SemiBold" panose="020B0706030804020204" pitchFamily="34" charset="0"/>
              </a:rPr>
              <a:t>getstarted@openit.com</a:t>
            </a:r>
          </a:p>
        </p:txBody>
      </p:sp>
    </p:spTree>
    <p:extLst>
      <p:ext uri="{BB962C8B-B14F-4D97-AF65-F5344CB8AC3E}">
        <p14:creationId xmlns:p14="http://schemas.microsoft.com/office/powerpoint/2010/main" val="56412495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7E9B704-5C50-423D-9EB7-2251F0F3F78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900830" y="1480096"/>
            <a:ext cx="4729180" cy="1200329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Inter" panose="020B0502030000000004" pitchFamily="34" charset="0"/>
                <a:cs typeface="Open Sans" panose="020B0606030504020204" pitchFamily="34" charset="0"/>
              </a:rPr>
              <a:t>Thank You</a:t>
            </a:r>
            <a:r>
              <a:rPr kumimoji="0" lang="en-US" sz="7200" b="1" i="0" u="none" strike="noStrike" kern="1200" cap="none" spc="0" normalizeH="0" baseline="0" noProof="0" dirty="0">
                <a:ln>
                  <a:noFill/>
                </a:ln>
                <a:solidFill>
                  <a:srgbClr val="CD172D"/>
                </a:solidFill>
                <a:effectLst/>
                <a:uLnTx/>
                <a:uFillTx/>
                <a:latin typeface="+mj-lt"/>
                <a:ea typeface="Inter" panose="020B0502030000000004" pitchFamily="34" charset="0"/>
                <a:cs typeface="Open Sans" panose="020B0606030504020204" pitchFamily="34" charset="0"/>
              </a:rPr>
              <a:t>.</a:t>
            </a:r>
            <a:endParaRPr kumimoji="0" lang="en-ID" sz="7200" b="1" i="0" u="none" strike="noStrike" kern="1200" cap="none" spc="0" normalizeH="0" baseline="0" noProof="0" dirty="0">
              <a:ln>
                <a:noFill/>
              </a:ln>
              <a:solidFill>
                <a:srgbClr val="CD172D"/>
              </a:solidFill>
              <a:effectLst/>
              <a:uLnTx/>
              <a:uFillTx/>
              <a:latin typeface="+mj-lt"/>
              <a:ea typeface="Inter" panose="020B0502030000000004" pitchFamily="34" charset="0"/>
              <a:cs typeface="Open Sans" panose="020B0606030504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BA6664-1B94-A28C-648E-AAED4700D6C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AE10CB6-4CE5-4ABA-9365-71738FB6FBE3}" type="slidenum">
              <a:rPr lang="en-US" smtClean="0"/>
              <a:pPr/>
              <a:t>74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995988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FBEAB4E9-69C0-CC2B-A8D6-5C4EA205B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685705E-99FB-C689-F732-9DDB315832F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5DA7CD5-F730-216D-C7D5-768EEF05561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93C137C-68B5-731E-773B-415740E079B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6C9014-81AE-476B-9D08-D058BC2DB36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6454775"/>
            <a:ext cx="450850" cy="365125"/>
          </a:xfrm>
        </p:spPr>
        <p:txBody>
          <a:bodyPr/>
          <a:lstStyle/>
          <a:p>
            <a:fld id="{BAE10CB6-4CE5-4ABA-9365-71738FB6FBE3}" type="slidenum">
              <a:rPr lang="en-US" smtClean="0"/>
              <a:pPr/>
              <a:t>75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329516"/>
      </p:ext>
    </p:extLst>
  </p:cSld>
  <p:clrMapOvr>
    <a:masterClrMapping/>
  </p:clrMapOvr>
</p:sld>
</file>

<file path=ppt/theme/theme1.xml><?xml version="1.0" encoding="utf-8"?>
<a:theme xmlns:a="http://schemas.openxmlformats.org/drawingml/2006/main" name="Open iT">
  <a:themeElements>
    <a:clrScheme name="Open iT">
      <a:dk1>
        <a:sysClr val="windowText" lastClr="000000"/>
      </a:dk1>
      <a:lt1>
        <a:sysClr val="window" lastClr="FFFFFF"/>
      </a:lt1>
      <a:dk2>
        <a:srgbClr val="404040"/>
      </a:dk2>
      <a:lt2>
        <a:srgbClr val="E7E6E6"/>
      </a:lt2>
      <a:accent1>
        <a:srgbClr val="CD172D"/>
      </a:accent1>
      <a:accent2>
        <a:srgbClr val="0E0F30"/>
      </a:accent2>
      <a:accent3>
        <a:srgbClr val="161617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peniT-PPT-Template-v10" id="{565F0CC9-428F-4ED5-93B2-865DB9FF280C}" vid="{7AE3E66D-A283-4037-BDE8-0F41F42780B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43DA05B32D79942917AFC4E7F563CF2" ma:contentTypeVersion="4" ma:contentTypeDescription="Create a new document." ma:contentTypeScope="" ma:versionID="85969b034e2bf0b5a08d8a7fed8850ee">
  <xsd:schema xmlns:xsd="http://www.w3.org/2001/XMLSchema" xmlns:xs="http://www.w3.org/2001/XMLSchema" xmlns:p="http://schemas.microsoft.com/office/2006/metadata/properties" xmlns:ns2="df86177f-335d-4a56-9a40-016518eff5dd" targetNamespace="http://schemas.microsoft.com/office/2006/metadata/properties" ma:root="true" ma:fieldsID="261e1dc9c9e54a9d8ceb1931e9dc2ac9" ns2:_="">
    <xsd:import namespace="df86177f-335d-4a56-9a40-016518eff5d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86177f-335d-4a56-9a40-016518eff5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1689013-3C17-4512-B52E-AA7C876AD46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031D98B-B485-4183-90F6-1C6FDEEE04D8}">
  <ds:schemaRefs>
    <ds:schemaRef ds:uri="http://schemas.microsoft.com/office/2006/documentManagement/types"/>
    <ds:schemaRef ds:uri="http://schemas.microsoft.com/office/infopath/2007/PartnerControls"/>
    <ds:schemaRef ds:uri="http://purl.org/dc/dcmitype/"/>
    <ds:schemaRef ds:uri="http://schemas.microsoft.com/office/2006/metadata/properties"/>
    <ds:schemaRef ds:uri="http://purl.org/dc/terms/"/>
    <ds:schemaRef ds:uri="df86177f-335d-4a56-9a40-016518eff5dd"/>
    <ds:schemaRef ds:uri="http://schemas.openxmlformats.org/package/2006/metadata/core-properties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FDD294BA-A0E1-4EBB-9403-9EE77C1C00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f86177f-335d-4a56-9a40-016518eff5d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OpeniT_PowerPoint</Template>
  <TotalTime>1033</TotalTime>
  <Words>4622</Words>
  <Application>Microsoft Office PowerPoint</Application>
  <PresentationFormat>Widescreen</PresentationFormat>
  <Paragraphs>898</Paragraphs>
  <Slides>75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1" baseType="lpstr">
      <vt:lpstr>Wingdings</vt:lpstr>
      <vt:lpstr>Calibri</vt:lpstr>
      <vt:lpstr>Source Sans Pro</vt:lpstr>
      <vt:lpstr>Arial</vt:lpstr>
      <vt:lpstr>Segoe UI</vt:lpstr>
      <vt:lpstr>Open iT</vt:lpstr>
      <vt:lpstr>Entity Framework Integration</vt:lpstr>
      <vt:lpstr>Agenda</vt:lpstr>
      <vt:lpstr>Setting up the Environment</vt:lpstr>
      <vt:lpstr>Setting up the Environment</vt:lpstr>
      <vt:lpstr>Setting up the Environment</vt:lpstr>
      <vt:lpstr>Quick Question</vt:lpstr>
      <vt:lpstr>Setting up the .NET Project</vt:lpstr>
      <vt:lpstr>Creating the .NET Project</vt:lpstr>
      <vt:lpstr>Creating the .NET Project</vt:lpstr>
      <vt:lpstr>Creating the .NET Project</vt:lpstr>
      <vt:lpstr>Installing Packages</vt:lpstr>
      <vt:lpstr>Installing Packages</vt:lpstr>
      <vt:lpstr>Installing Packages</vt:lpstr>
      <vt:lpstr>Integration Proper</vt:lpstr>
      <vt:lpstr>Creating the Model</vt:lpstr>
      <vt:lpstr>Creating the Model</vt:lpstr>
      <vt:lpstr>The Model</vt:lpstr>
      <vt:lpstr>The Model</vt:lpstr>
      <vt:lpstr>Quick Game – Coding Relay</vt:lpstr>
      <vt:lpstr>Quick Game – Coding Relay</vt:lpstr>
      <vt:lpstr>Creating DBContext</vt:lpstr>
      <vt:lpstr>Creating DBContext</vt:lpstr>
      <vt:lpstr>The DBContext</vt:lpstr>
      <vt:lpstr>Connection String</vt:lpstr>
      <vt:lpstr>Creating Migrations</vt:lpstr>
      <vt:lpstr>Installing EF Migration Tool</vt:lpstr>
      <vt:lpstr>Adding Migration</vt:lpstr>
      <vt:lpstr>Applying Migrations</vt:lpstr>
      <vt:lpstr>Refresh the Database</vt:lpstr>
      <vt:lpstr>CRUD Operations</vt:lpstr>
      <vt:lpstr>CRUD Operations</vt:lpstr>
      <vt:lpstr>Create</vt:lpstr>
      <vt:lpstr>Create</vt:lpstr>
      <vt:lpstr>Read</vt:lpstr>
      <vt:lpstr>Read</vt:lpstr>
      <vt:lpstr>Read</vt:lpstr>
      <vt:lpstr>Update</vt:lpstr>
      <vt:lpstr>Update</vt:lpstr>
      <vt:lpstr>Update</vt:lpstr>
      <vt:lpstr>Delete</vt:lpstr>
      <vt:lpstr>Delete</vt:lpstr>
      <vt:lpstr>Delete</vt:lpstr>
      <vt:lpstr>Relationships</vt:lpstr>
      <vt:lpstr>Relationships</vt:lpstr>
      <vt:lpstr>Types of Relationships</vt:lpstr>
      <vt:lpstr>Relationships</vt:lpstr>
      <vt:lpstr>Relationships</vt:lpstr>
      <vt:lpstr>Student Model</vt:lpstr>
      <vt:lpstr>Relationships</vt:lpstr>
      <vt:lpstr>Course Model</vt:lpstr>
      <vt:lpstr>Update DBContext</vt:lpstr>
      <vt:lpstr>Applying Course Relationship</vt:lpstr>
      <vt:lpstr>Add a Course  Add Relationship to Student</vt:lpstr>
      <vt:lpstr>Retrieve Related Data</vt:lpstr>
      <vt:lpstr>Insert Multiple Students</vt:lpstr>
      <vt:lpstr>Quick Activity</vt:lpstr>
      <vt:lpstr>EF Core Relationship Components</vt:lpstr>
      <vt:lpstr>Generated Query String</vt:lpstr>
      <vt:lpstr>Generated Query String</vt:lpstr>
      <vt:lpstr>Sorting Data</vt:lpstr>
      <vt:lpstr>Sorting Data</vt:lpstr>
      <vt:lpstr>Sorting Data</vt:lpstr>
      <vt:lpstr>Difference between OrderBy() and ThenBy()</vt:lpstr>
      <vt:lpstr>ThenBy()</vt:lpstr>
      <vt:lpstr>Setting Data Annotations</vt:lpstr>
      <vt:lpstr>Data Annotations</vt:lpstr>
      <vt:lpstr>Most Common Data Annotations</vt:lpstr>
      <vt:lpstr>Data Annotations Example</vt:lpstr>
      <vt:lpstr>Coditional Query</vt:lpstr>
      <vt:lpstr>Conditional Query</vt:lpstr>
      <vt:lpstr>Conditional Query (Related table)</vt:lpstr>
      <vt:lpstr>Activity</vt:lpstr>
      <vt:lpstr>Get In Touch With Us</vt:lpstr>
      <vt:lpstr>Thank You.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Ruth Anne L. Labitigan</dc:creator>
  <cp:lastModifiedBy>CL3</cp:lastModifiedBy>
  <cp:revision>335</cp:revision>
  <dcterms:created xsi:type="dcterms:W3CDTF">2026-04-01T05:07:33Z</dcterms:created>
  <dcterms:modified xsi:type="dcterms:W3CDTF">2026-05-12T04:58:43Z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0x010100A43DA05B32D79942917AFC4E7F563CF2</vt:lpwstr>
  </property>
</Properties>
</file>